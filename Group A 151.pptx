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15"/>
  </p:notesMasterIdLst>
  <p:handoutMasterIdLst>
    <p:handoutMasterId r:id="rId16"/>
  </p:handoutMasterIdLst>
  <p:sldIdLst>
    <p:sldId id="289" r:id="rId5"/>
    <p:sldId id="340" r:id="rId6"/>
    <p:sldId id="343" r:id="rId7"/>
    <p:sldId id="349" r:id="rId8"/>
    <p:sldId id="341" r:id="rId9"/>
    <p:sldId id="350" r:id="rId10"/>
    <p:sldId id="348" r:id="rId11"/>
    <p:sldId id="347" r:id="rId12"/>
    <p:sldId id="345" r:id="rId13"/>
    <p:sldId id="346"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guide id="3" orient="horz" pos="3249" userDrawn="1">
          <p15:clr>
            <a:srgbClr val="A4A3A4"/>
          </p15:clr>
        </p15:guide>
        <p15:guide id="4" pos="7068" userDrawn="1">
          <p15:clr>
            <a:srgbClr val="A4A3A4"/>
          </p15:clr>
        </p15:guide>
        <p15:guide id="5" orient="horz" pos="138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97CBE"/>
    <a:srgbClr val="85509A"/>
    <a:srgbClr val="714484"/>
    <a:srgbClr val="0073CF"/>
    <a:srgbClr val="203232"/>
    <a:srgbClr val="30454F"/>
    <a:srgbClr val="1295D8"/>
    <a:srgbClr val="004A5C"/>
    <a:srgbClr val="0093B6"/>
    <a:srgbClr val="00B9E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D6694B8-9DB1-B166-E28F-CE7D10D086D5}" v="2972" dt="2025-11-30T00:14:14.73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4875"/>
    <p:restoredTop sz="94647"/>
  </p:normalViewPr>
  <p:slideViewPr>
    <p:cSldViewPr snapToGrid="0">
      <p:cViewPr>
        <p:scale>
          <a:sx n="106" d="100"/>
          <a:sy n="106" d="100"/>
        </p:scale>
        <p:origin x="2504" y="1144"/>
      </p:cViewPr>
      <p:guideLst>
        <p:guide orient="horz" pos="2160"/>
        <p:guide pos="3840"/>
        <p:guide orient="horz" pos="3249"/>
        <p:guide pos="7068"/>
        <p:guide orient="horz" pos="1380"/>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viewProps" Target="viewProps.xml"/><Relationship Id="rId3" Type="http://schemas.openxmlformats.org/officeDocument/2006/relationships/customXml" Target="../customXml/item3.xml"/><Relationship Id="rId21" Type="http://schemas.microsoft.com/office/2015/10/relationships/revisionInfo" Target="revisionInfo.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handoutMaster" Target="handoutMasters/handoutMaster1.xml"/><Relationship Id="rId20"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898966F2-21A1-4B2B-ADA6-AD0BB447B7CB}"/>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a:extLst>
              <a:ext uri="{FF2B5EF4-FFF2-40B4-BE49-F238E27FC236}">
                <a16:creationId xmlns:a16="http://schemas.microsoft.com/office/drawing/2014/main" id="{751468BB-CDF2-4507-B4EF-7B369D307A4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3FAAC3A-BD1F-4A00-9099-74B95789FE00}" type="datetimeFigureOut">
              <a:rPr lang="en-GB" smtClean="0"/>
              <a:pPr/>
              <a:t>08/12/2025</a:t>
            </a:fld>
            <a:endParaRPr lang="en-GB"/>
          </a:p>
        </p:txBody>
      </p:sp>
      <p:sp>
        <p:nvSpPr>
          <p:cNvPr id="4" name="Footer Placeholder 3">
            <a:extLst>
              <a:ext uri="{FF2B5EF4-FFF2-40B4-BE49-F238E27FC236}">
                <a16:creationId xmlns:a16="http://schemas.microsoft.com/office/drawing/2014/main" id="{904BCF7D-6037-48D3-84E5-56B8B0552143}"/>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5" name="Slide Number Placeholder 4">
            <a:extLst>
              <a:ext uri="{FF2B5EF4-FFF2-40B4-BE49-F238E27FC236}">
                <a16:creationId xmlns:a16="http://schemas.microsoft.com/office/drawing/2014/main" id="{D619E732-656C-4BB5-ACCB-1568C5C66DD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29F51D9-0FEB-436E-9280-D6033F603547}" type="slidenum">
              <a:rPr lang="en-GB" smtClean="0"/>
              <a:pPr/>
              <a:t>‹#›</a:t>
            </a:fld>
            <a:endParaRPr lang="en-GB"/>
          </a:p>
        </p:txBody>
      </p:sp>
    </p:spTree>
    <p:extLst>
      <p:ext uri="{BB962C8B-B14F-4D97-AF65-F5344CB8AC3E}">
        <p14:creationId xmlns:p14="http://schemas.microsoft.com/office/powerpoint/2010/main" val="227058406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E359C8A-39F6-4045-9163-4042C4C26B15}" type="datetimeFigureOut">
              <a:rPr lang="en-GB" smtClean="0"/>
              <a:pPr/>
              <a:t>08/12/2025</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0370952-48CC-46D7-9FCD-59FAD40CC025}" type="slidenum">
              <a:rPr lang="en-GB" smtClean="0"/>
              <a:pPr/>
              <a:t>‹#›</a:t>
            </a:fld>
            <a:endParaRPr lang="en-GB"/>
          </a:p>
        </p:txBody>
      </p:sp>
    </p:spTree>
    <p:extLst>
      <p:ext uri="{BB962C8B-B14F-4D97-AF65-F5344CB8AC3E}">
        <p14:creationId xmlns:p14="http://schemas.microsoft.com/office/powerpoint/2010/main" val="30102317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30370952-48CC-46D7-9FCD-59FAD40CC025}" type="slidenum">
              <a:rPr lang="en-GB" smtClean="0"/>
              <a:pPr/>
              <a:t>2</a:t>
            </a:fld>
            <a:endParaRPr lang="en-GB"/>
          </a:p>
        </p:txBody>
      </p:sp>
    </p:spTree>
    <p:extLst>
      <p:ext uri="{BB962C8B-B14F-4D97-AF65-F5344CB8AC3E}">
        <p14:creationId xmlns:p14="http://schemas.microsoft.com/office/powerpoint/2010/main" val="395671854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0370952-48CC-46D7-9FCD-59FAD40CC025}" type="slidenum">
              <a:rPr lang="en-GB" smtClean="0"/>
              <a:pPr/>
              <a:t>3</a:t>
            </a:fld>
            <a:endParaRPr lang="en-GB"/>
          </a:p>
        </p:txBody>
      </p:sp>
    </p:spTree>
    <p:extLst>
      <p:ext uri="{BB962C8B-B14F-4D97-AF65-F5344CB8AC3E}">
        <p14:creationId xmlns:p14="http://schemas.microsoft.com/office/powerpoint/2010/main" val="32234382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30370952-48CC-46D7-9FCD-59FAD40CC025}" type="slidenum">
              <a:rPr lang="en-GB" smtClean="0"/>
              <a:pPr/>
              <a:t>5</a:t>
            </a:fld>
            <a:endParaRPr lang="en-GB"/>
          </a:p>
        </p:txBody>
      </p:sp>
    </p:spTree>
    <p:extLst>
      <p:ext uri="{BB962C8B-B14F-4D97-AF65-F5344CB8AC3E}">
        <p14:creationId xmlns:p14="http://schemas.microsoft.com/office/powerpoint/2010/main" val="3939429285"/>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4" name="Picture 3" descr="University of Hertfordshire logo">
            <a:extLst>
              <a:ext uri="{FF2B5EF4-FFF2-40B4-BE49-F238E27FC236}">
                <a16:creationId xmlns:a16="http://schemas.microsoft.com/office/drawing/2014/main" id="{16E4BB13-0D32-AA4A-BF91-2B76A7C18242}"/>
              </a:ext>
            </a:extLst>
          </p:cNvPr>
          <p:cNvPicPr>
            <a:picLocks noChangeAspect="1"/>
          </p:cNvPicPr>
          <p:nvPr userDrawn="1"/>
        </p:nvPicPr>
        <p:blipFill>
          <a:blip r:embed="rId3">
            <a:extLst>
              <a:ext uri="{28A0092B-C50C-407E-A947-70E740481C1C}">
                <a14:useLocalDpi xmlns:a14="http://schemas.microsoft.com/office/drawing/2010/main"/>
              </a:ext>
            </a:extLst>
          </a:blip>
          <a:stretch>
            <a:fillRect/>
          </a:stretch>
        </p:blipFill>
        <p:spPr>
          <a:xfrm>
            <a:off x="2844000" y="2854800"/>
            <a:ext cx="6501600" cy="1153633"/>
          </a:xfrm>
          <a:prstGeom prst="rect">
            <a:avLst/>
          </a:prstGeom>
        </p:spPr>
      </p:pic>
    </p:spTree>
    <p:extLst>
      <p:ext uri="{BB962C8B-B14F-4D97-AF65-F5344CB8AC3E}">
        <p14:creationId xmlns:p14="http://schemas.microsoft.com/office/powerpoint/2010/main" val="27581673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Section divider">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81B53D-9933-445F-9B68-E730EB38A5A9}"/>
              </a:ext>
            </a:extLst>
          </p:cNvPr>
          <p:cNvSpPr>
            <a:spLocks noGrp="1"/>
          </p:cNvSpPr>
          <p:nvPr>
            <p:ph type="ctrTitle" hasCustomPrompt="1"/>
          </p:nvPr>
        </p:nvSpPr>
        <p:spPr>
          <a:xfrm>
            <a:off x="953999" y="2579715"/>
            <a:ext cx="10031157" cy="2160000"/>
          </a:xfrm>
        </p:spPr>
        <p:txBody>
          <a:bodyPr anchor="t" anchorCtr="0">
            <a:normAutofit/>
          </a:bodyPr>
          <a:lstStyle>
            <a:lvl1pPr algn="l">
              <a:lnSpc>
                <a:spcPts val="8000"/>
              </a:lnSpc>
              <a:defRPr sz="7500" b="1" kern="3000" spc="-200" baseline="0">
                <a:solidFill>
                  <a:schemeClr val="bg1"/>
                </a:solidFill>
              </a:defRPr>
            </a:lvl1pPr>
          </a:lstStyle>
          <a:p>
            <a:r>
              <a:rPr lang="en-US"/>
              <a:t>Click to edit master title</a:t>
            </a:r>
            <a:endParaRPr lang="en-GB"/>
          </a:p>
        </p:txBody>
      </p:sp>
      <p:sp>
        <p:nvSpPr>
          <p:cNvPr id="3" name="Subtitle 2">
            <a:extLst>
              <a:ext uri="{FF2B5EF4-FFF2-40B4-BE49-F238E27FC236}">
                <a16:creationId xmlns:a16="http://schemas.microsoft.com/office/drawing/2014/main" id="{E2C6B9F5-608F-4534-96F0-C3A5E1A638A6}"/>
              </a:ext>
            </a:extLst>
          </p:cNvPr>
          <p:cNvSpPr>
            <a:spLocks noGrp="1"/>
          </p:cNvSpPr>
          <p:nvPr>
            <p:ph type="subTitle" idx="1" hasCustomPrompt="1"/>
          </p:nvPr>
        </p:nvSpPr>
        <p:spPr>
          <a:xfrm>
            <a:off x="954000" y="1890000"/>
            <a:ext cx="10031156" cy="360000"/>
          </a:xfrm>
        </p:spPr>
        <p:txBody>
          <a:bodyPr lIns="0" tIns="0" rIns="0" bIns="0">
            <a:noAutofit/>
          </a:bodyPr>
          <a:lstStyle>
            <a:lvl1pPr marL="0" indent="0" algn="l">
              <a:buNone/>
              <a:defRPr sz="3600" b="1" kern="3000" spc="-100" baseline="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a:t>
            </a:r>
            <a:endParaRPr lang="en-GB"/>
          </a:p>
        </p:txBody>
      </p:sp>
      <p:sp>
        <p:nvSpPr>
          <p:cNvPr id="5" name="Footer Placeholder 4">
            <a:extLst>
              <a:ext uri="{FF2B5EF4-FFF2-40B4-BE49-F238E27FC236}">
                <a16:creationId xmlns:a16="http://schemas.microsoft.com/office/drawing/2014/main" id="{0540E7B9-9AC6-4E42-A931-6FF91E6494A1}"/>
              </a:ext>
            </a:extLst>
          </p:cNvPr>
          <p:cNvSpPr>
            <a:spLocks noGrp="1"/>
          </p:cNvSpPr>
          <p:nvPr>
            <p:ph type="ftr" sz="quarter" idx="11"/>
          </p:nvPr>
        </p:nvSpPr>
        <p:spPr>
          <a:xfrm>
            <a:off x="965289" y="779733"/>
            <a:ext cx="7176911" cy="230832"/>
          </a:xfrm>
        </p:spPr>
        <p:txBody>
          <a:bodyPr>
            <a:noAutofit/>
          </a:bodyPr>
          <a:lstStyle>
            <a:lvl1pPr>
              <a:defRPr>
                <a:solidFill>
                  <a:schemeClr val="bg1"/>
                </a:solidFill>
              </a:defRPr>
            </a:lvl1pPr>
          </a:lstStyle>
          <a:p>
            <a:r>
              <a:rPr lang="en-GB"/>
              <a:t>PRESENTATION TITLE (ADD VIA INSERT, HEADER &amp; FOOTER)</a:t>
            </a:r>
            <a:endParaRPr lang="en-GB">
              <a:solidFill>
                <a:schemeClr val="bg1"/>
              </a:solidFill>
            </a:endParaRPr>
          </a:p>
        </p:txBody>
      </p:sp>
      <p:sp>
        <p:nvSpPr>
          <p:cNvPr id="6" name="Slide Number Placeholder 5">
            <a:extLst>
              <a:ext uri="{FF2B5EF4-FFF2-40B4-BE49-F238E27FC236}">
                <a16:creationId xmlns:a16="http://schemas.microsoft.com/office/drawing/2014/main" id="{FB16D645-6420-4785-8316-43EF780FA589}"/>
              </a:ext>
            </a:extLst>
          </p:cNvPr>
          <p:cNvSpPr>
            <a:spLocks noGrp="1"/>
          </p:cNvSpPr>
          <p:nvPr>
            <p:ph type="sldNum" sz="quarter" idx="12"/>
          </p:nvPr>
        </p:nvSpPr>
        <p:spPr>
          <a:xfrm>
            <a:off x="10616400" y="779733"/>
            <a:ext cx="622800" cy="230832"/>
          </a:xfrm>
        </p:spPr>
        <p:txBody>
          <a:bodyPr wrap="square">
            <a:noAutofit/>
          </a:bodyPr>
          <a:lstStyle>
            <a:lvl1pPr>
              <a:defRPr>
                <a:solidFill>
                  <a:schemeClr val="bg1"/>
                </a:solidFill>
              </a:defRPr>
            </a:lvl1pPr>
          </a:lstStyle>
          <a:p>
            <a:fld id="{E4D355CA-84B7-41B1-B164-8BB439CC7C6B}" type="slidenum">
              <a:rPr lang="en-GB" smtClean="0"/>
              <a:pPr/>
              <a:t>‹#›</a:t>
            </a:fld>
            <a:endParaRPr lang="en-GB"/>
          </a:p>
        </p:txBody>
      </p:sp>
      <p:pic>
        <p:nvPicPr>
          <p:cNvPr id="8" name="Picture 7" descr="A picture containing drawing&#10;&#10;Description automatically generated">
            <a:extLst>
              <a:ext uri="{FF2B5EF4-FFF2-40B4-BE49-F238E27FC236}">
                <a16:creationId xmlns:a16="http://schemas.microsoft.com/office/drawing/2014/main" id="{BCCF2CA0-CCE3-4304-8F31-4D1CC50BCBDE}"/>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954000" y="5511600"/>
            <a:ext cx="2242800" cy="397959"/>
          </a:xfrm>
          <a:prstGeom prst="rect">
            <a:avLst/>
          </a:prstGeom>
        </p:spPr>
      </p:pic>
    </p:spTree>
    <p:extLst>
      <p:ext uri="{BB962C8B-B14F-4D97-AF65-F5344CB8AC3E}">
        <p14:creationId xmlns:p14="http://schemas.microsoft.com/office/powerpoint/2010/main" val="17136161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page">
    <p:bg>
      <p:bgPr>
        <a:solidFill>
          <a:schemeClr val="bg1"/>
        </a:solidFill>
        <a:effectLst/>
      </p:bgPr>
    </p:bg>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E2C6B9F5-608F-4534-96F0-C3A5E1A638A6}"/>
              </a:ext>
            </a:extLst>
          </p:cNvPr>
          <p:cNvSpPr>
            <a:spLocks noGrp="1"/>
          </p:cNvSpPr>
          <p:nvPr>
            <p:ph type="subTitle" idx="1"/>
          </p:nvPr>
        </p:nvSpPr>
        <p:spPr>
          <a:xfrm>
            <a:off x="954000" y="1890000"/>
            <a:ext cx="7200000" cy="360000"/>
          </a:xfrm>
        </p:spPr>
        <p:txBody>
          <a:bodyPr lIns="0" tIns="0" rIns="0" bIns="0">
            <a:noAutofit/>
          </a:bodyPr>
          <a:lstStyle>
            <a:lvl1pPr marL="0" indent="0" algn="l">
              <a:buNone/>
              <a:defRPr sz="3600" b="1" kern="3000" spc="-100"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5" name="Footer Placeholder 4">
            <a:extLst>
              <a:ext uri="{FF2B5EF4-FFF2-40B4-BE49-F238E27FC236}">
                <a16:creationId xmlns:a16="http://schemas.microsoft.com/office/drawing/2014/main" id="{0540E7B9-9AC6-4E42-A931-6FF91E6494A1}"/>
              </a:ext>
            </a:extLst>
          </p:cNvPr>
          <p:cNvSpPr>
            <a:spLocks noGrp="1"/>
          </p:cNvSpPr>
          <p:nvPr>
            <p:ph type="ftr" sz="quarter" idx="11"/>
          </p:nvPr>
        </p:nvSpPr>
        <p:spPr>
          <a:xfrm>
            <a:off x="965289" y="791022"/>
            <a:ext cx="7176911" cy="230832"/>
          </a:xfrm>
        </p:spPr>
        <p:txBody>
          <a:bodyPr>
            <a:noAutofit/>
          </a:bodyPr>
          <a:lstStyle>
            <a:lvl1pPr>
              <a:defRPr>
                <a:solidFill>
                  <a:srgbClr val="8F9898"/>
                </a:solidFill>
              </a:defRPr>
            </a:lvl1pPr>
          </a:lstStyle>
          <a:p>
            <a:r>
              <a:rPr lang="en-GB"/>
              <a:t>PRESENTATION TITLE (ADD VIA INSERT, HEADER &amp; FOOTER)</a:t>
            </a:r>
          </a:p>
        </p:txBody>
      </p:sp>
      <p:sp>
        <p:nvSpPr>
          <p:cNvPr id="6" name="Slide Number Placeholder 5">
            <a:extLst>
              <a:ext uri="{FF2B5EF4-FFF2-40B4-BE49-F238E27FC236}">
                <a16:creationId xmlns:a16="http://schemas.microsoft.com/office/drawing/2014/main" id="{FB16D645-6420-4785-8316-43EF780FA589}"/>
              </a:ext>
            </a:extLst>
          </p:cNvPr>
          <p:cNvSpPr>
            <a:spLocks noGrp="1"/>
          </p:cNvSpPr>
          <p:nvPr>
            <p:ph type="sldNum" sz="quarter" idx="12"/>
          </p:nvPr>
        </p:nvSpPr>
        <p:spPr>
          <a:xfrm>
            <a:off x="10616400" y="791022"/>
            <a:ext cx="622800" cy="230832"/>
          </a:xfrm>
        </p:spPr>
        <p:txBody>
          <a:bodyPr wrap="square">
            <a:noAutofit/>
          </a:bodyPr>
          <a:lstStyle>
            <a:lvl1pPr>
              <a:defRPr>
                <a:solidFill>
                  <a:srgbClr val="8F9898"/>
                </a:solidFill>
              </a:defRPr>
            </a:lvl1pPr>
          </a:lstStyle>
          <a:p>
            <a:fld id="{E4D355CA-84B7-41B1-B164-8BB439CC7C6B}" type="slidenum">
              <a:rPr lang="en-GB" smtClean="0"/>
              <a:pPr/>
              <a:t>‹#›</a:t>
            </a:fld>
            <a:endParaRPr lang="en-GB"/>
          </a:p>
        </p:txBody>
      </p:sp>
      <p:sp>
        <p:nvSpPr>
          <p:cNvPr id="9" name="Title 1">
            <a:extLst>
              <a:ext uri="{FF2B5EF4-FFF2-40B4-BE49-F238E27FC236}">
                <a16:creationId xmlns:a16="http://schemas.microsoft.com/office/drawing/2014/main" id="{E9449821-0D0D-644D-97A3-D56097A9C6DA}"/>
              </a:ext>
            </a:extLst>
          </p:cNvPr>
          <p:cNvSpPr>
            <a:spLocks noGrp="1"/>
          </p:cNvSpPr>
          <p:nvPr>
            <p:ph type="ctrTitle" hasCustomPrompt="1"/>
          </p:nvPr>
        </p:nvSpPr>
        <p:spPr>
          <a:xfrm>
            <a:off x="953999" y="2579715"/>
            <a:ext cx="10031157" cy="2160000"/>
          </a:xfrm>
        </p:spPr>
        <p:txBody>
          <a:bodyPr anchor="t" anchorCtr="0">
            <a:normAutofit/>
          </a:bodyPr>
          <a:lstStyle>
            <a:lvl1pPr algn="l">
              <a:lnSpc>
                <a:spcPts val="8000"/>
              </a:lnSpc>
              <a:defRPr sz="7500" b="1" kern="3000" spc="-200" baseline="0">
                <a:solidFill>
                  <a:schemeClr val="tx1"/>
                </a:solidFill>
              </a:defRPr>
            </a:lvl1pPr>
          </a:lstStyle>
          <a:p>
            <a:r>
              <a:rPr lang="en-US"/>
              <a:t>Click to edit master title</a:t>
            </a:r>
            <a:endParaRPr lang="en-GB"/>
          </a:p>
        </p:txBody>
      </p:sp>
      <p:sp>
        <p:nvSpPr>
          <p:cNvPr id="10" name="Rectangle 9">
            <a:extLst>
              <a:ext uri="{FF2B5EF4-FFF2-40B4-BE49-F238E27FC236}">
                <a16:creationId xmlns:a16="http://schemas.microsoft.com/office/drawing/2014/main" id="{44F6EB17-8019-7B4E-B53C-76B057A7C31F}"/>
              </a:ext>
            </a:extLst>
          </p:cNvPr>
          <p:cNvSpPr/>
          <p:nvPr userDrawn="1"/>
        </p:nvSpPr>
        <p:spPr>
          <a:xfrm>
            <a:off x="0" y="0"/>
            <a:ext cx="12192000" cy="140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accent1"/>
              </a:solidFill>
            </a:endParaRPr>
          </a:p>
        </p:txBody>
      </p:sp>
      <p:pic>
        <p:nvPicPr>
          <p:cNvPr id="11" name="Picture 10">
            <a:extLst>
              <a:ext uri="{FF2B5EF4-FFF2-40B4-BE49-F238E27FC236}">
                <a16:creationId xmlns:a16="http://schemas.microsoft.com/office/drawing/2014/main" id="{0503EF50-F00F-9643-BE53-F0A5272FC4B2}"/>
              </a:ext>
            </a:extLst>
          </p:cNvPr>
          <p:cNvPicPr>
            <a:picLocks noChangeAspect="1"/>
          </p:cNvPicPr>
          <p:nvPr userDrawn="1"/>
        </p:nvPicPr>
        <p:blipFill>
          <a:blip r:embed="rId2"/>
          <a:stretch>
            <a:fillRect/>
          </a:stretch>
        </p:blipFill>
        <p:spPr>
          <a:xfrm>
            <a:off x="953998" y="5517266"/>
            <a:ext cx="2244881" cy="396903"/>
          </a:xfrm>
          <a:prstGeom prst="rect">
            <a:avLst/>
          </a:prstGeom>
        </p:spPr>
      </p:pic>
    </p:spTree>
    <p:extLst>
      <p:ext uri="{BB962C8B-B14F-4D97-AF65-F5344CB8AC3E}">
        <p14:creationId xmlns:p14="http://schemas.microsoft.com/office/powerpoint/2010/main" val="41082078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and Two Conten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AAFE49-0143-472F-897B-A7DAB87AB4E4}"/>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981FBDFA-876B-4255-A301-F62F1EDD8D66}"/>
              </a:ext>
            </a:extLst>
          </p:cNvPr>
          <p:cNvSpPr>
            <a:spLocks noGrp="1"/>
          </p:cNvSpPr>
          <p:nvPr>
            <p:ph sz="half" idx="1" hasCustomPrompt="1"/>
          </p:nvPr>
        </p:nvSpPr>
        <p:spPr>
          <a:xfrm>
            <a:off x="973668" y="2717444"/>
            <a:ext cx="4903200" cy="3175200"/>
          </a:xfrm>
        </p:spPr>
        <p:txBody>
          <a:bodyPr vert="horz" lIns="0" tIns="0" rIns="0" bIns="0" rtlCol="0">
            <a:noAutofit/>
          </a:bodyPr>
          <a:lstStyle>
            <a:lvl1pPr>
              <a:defRPr lang="en-US" b="0" dirty="0" smtClean="0">
                <a:solidFill>
                  <a:srgbClr val="203232"/>
                </a:solidFill>
              </a:defRPr>
            </a:lvl1pPr>
            <a:lvl2pPr>
              <a:defRPr lang="en-US" dirty="0" smtClean="0"/>
            </a:lvl2pPr>
            <a:lvl3pPr>
              <a:defRPr lang="en-GB" dirty="0"/>
            </a:lvl3pPr>
            <a:lvl4pPr>
              <a:defRPr/>
            </a:lvl4pPr>
            <a:lvl5pPr>
              <a:defRPr>
                <a:solidFill>
                  <a:schemeClr val="accent4"/>
                </a:solidFill>
              </a:defRPr>
            </a:lvl5pPr>
          </a:lstStyle>
          <a:p>
            <a:pPr lvl="0"/>
            <a:r>
              <a:rPr lang="en-GB"/>
              <a:t>Add Text</a:t>
            </a:r>
          </a:p>
        </p:txBody>
      </p:sp>
      <p:sp>
        <p:nvSpPr>
          <p:cNvPr id="4" name="Content Placeholder 3">
            <a:extLst>
              <a:ext uri="{FF2B5EF4-FFF2-40B4-BE49-F238E27FC236}">
                <a16:creationId xmlns:a16="http://schemas.microsoft.com/office/drawing/2014/main" id="{46F0C709-1F3D-4B13-A290-4041A33FB10E}"/>
              </a:ext>
            </a:extLst>
          </p:cNvPr>
          <p:cNvSpPr>
            <a:spLocks noGrp="1"/>
          </p:cNvSpPr>
          <p:nvPr>
            <p:ph sz="half" idx="2" hasCustomPrompt="1"/>
          </p:nvPr>
        </p:nvSpPr>
        <p:spPr>
          <a:xfrm>
            <a:off x="6336000" y="2717444"/>
            <a:ext cx="4456800" cy="3175200"/>
          </a:xfrm>
        </p:spPr>
        <p:txBody>
          <a:bodyPr vert="horz" lIns="0" tIns="0" rIns="0" bIns="0" rtlCol="0">
            <a:noAutofit/>
          </a:bodyPr>
          <a:lstStyle>
            <a:lvl1pPr marL="0" marR="0" indent="0" algn="l" defTabSz="914400" rtl="0" eaLnBrk="1" fontAlgn="auto" latinLnBrk="0" hangingPunct="1">
              <a:lnSpc>
                <a:spcPts val="2880"/>
              </a:lnSpc>
              <a:spcBef>
                <a:spcPts val="0"/>
              </a:spcBef>
              <a:spcAft>
                <a:spcPts val="992"/>
              </a:spcAft>
              <a:buClrTx/>
              <a:buSzTx/>
              <a:buFont typeface="Arial" panose="020B0604020202020204" pitchFamily="34" charset="0"/>
              <a:buNone/>
              <a:tabLst/>
              <a:defRPr lang="en-US" b="0" dirty="0" smtClean="0">
                <a:solidFill>
                  <a:srgbClr val="203232"/>
                </a:solidFill>
              </a:defRPr>
            </a:lvl1pPr>
            <a:lvl2pPr>
              <a:defRPr lang="en-US" dirty="0" smtClean="0"/>
            </a:lvl2pPr>
            <a:lvl3pPr>
              <a:defRPr lang="en-GB" dirty="0"/>
            </a:lvl3pPr>
            <a:lvl4pPr>
              <a:defRPr/>
            </a:lvl4pPr>
            <a:lvl5pPr>
              <a:defRPr>
                <a:solidFill>
                  <a:schemeClr val="accent4"/>
                </a:solidFill>
              </a:defRPr>
            </a:lvl5pPr>
          </a:lstStyle>
          <a:p>
            <a:pPr marL="0" marR="0" lvl="0" indent="0" algn="l" defTabSz="914400" rtl="0" eaLnBrk="1" fontAlgn="auto" latinLnBrk="0" hangingPunct="1">
              <a:lnSpc>
                <a:spcPts val="2880"/>
              </a:lnSpc>
              <a:spcBef>
                <a:spcPts val="0"/>
              </a:spcBef>
              <a:spcAft>
                <a:spcPts val="992"/>
              </a:spcAft>
              <a:buClrTx/>
              <a:buSzTx/>
              <a:buFont typeface="Arial" panose="020B0604020202020204" pitchFamily="34" charset="0"/>
              <a:buNone/>
              <a:tabLst/>
              <a:defRPr/>
            </a:pPr>
            <a:r>
              <a:rPr lang="en-GB" b="0"/>
              <a:t>Add Text</a:t>
            </a:r>
            <a:endParaRPr lang="en-GB"/>
          </a:p>
        </p:txBody>
      </p:sp>
      <p:sp>
        <p:nvSpPr>
          <p:cNvPr id="6" name="Footer Placeholder 5">
            <a:extLst>
              <a:ext uri="{FF2B5EF4-FFF2-40B4-BE49-F238E27FC236}">
                <a16:creationId xmlns:a16="http://schemas.microsoft.com/office/drawing/2014/main" id="{60A8C9C5-E913-47B9-82DE-196768E6D657}"/>
              </a:ext>
            </a:extLst>
          </p:cNvPr>
          <p:cNvSpPr>
            <a:spLocks noGrp="1"/>
          </p:cNvSpPr>
          <p:nvPr>
            <p:ph type="ftr" sz="quarter" idx="11"/>
          </p:nvPr>
        </p:nvSpPr>
        <p:spPr/>
        <p:txBody>
          <a:bodyPr/>
          <a:lstStyle/>
          <a:p>
            <a:r>
              <a:rPr lang="en-GB"/>
              <a:t>PRESENTATION TITLE (ADD VIA INSERT, HEADER &amp; FOOTER)</a:t>
            </a:r>
          </a:p>
        </p:txBody>
      </p:sp>
      <p:sp>
        <p:nvSpPr>
          <p:cNvPr id="7" name="Slide Number Placeholder 6">
            <a:extLst>
              <a:ext uri="{FF2B5EF4-FFF2-40B4-BE49-F238E27FC236}">
                <a16:creationId xmlns:a16="http://schemas.microsoft.com/office/drawing/2014/main" id="{E1558F66-ECA3-4B00-A383-8D2B86217C93}"/>
              </a:ext>
            </a:extLst>
          </p:cNvPr>
          <p:cNvSpPr>
            <a:spLocks noGrp="1"/>
          </p:cNvSpPr>
          <p:nvPr>
            <p:ph type="sldNum" sz="quarter" idx="12"/>
          </p:nvPr>
        </p:nvSpPr>
        <p:spPr/>
        <p:txBody>
          <a:bodyPr/>
          <a:lstStyle/>
          <a:p>
            <a:fld id="{E4D355CA-84B7-41B1-B164-8BB439CC7C6B}" type="slidenum">
              <a:rPr lang="en-GB" smtClean="0"/>
              <a:pPr/>
              <a:t>‹#›</a:t>
            </a:fld>
            <a:endParaRPr lang="en-GB"/>
          </a:p>
        </p:txBody>
      </p:sp>
      <p:sp>
        <p:nvSpPr>
          <p:cNvPr id="8" name="Rectangle 7">
            <a:extLst>
              <a:ext uri="{FF2B5EF4-FFF2-40B4-BE49-F238E27FC236}">
                <a16:creationId xmlns:a16="http://schemas.microsoft.com/office/drawing/2014/main" id="{62A19DAE-53D8-4F04-A4B9-B6EDFC23886D}"/>
              </a:ext>
            </a:extLst>
          </p:cNvPr>
          <p:cNvSpPr/>
          <p:nvPr userDrawn="1"/>
        </p:nvSpPr>
        <p:spPr>
          <a:xfrm>
            <a:off x="0" y="0"/>
            <a:ext cx="12192000" cy="140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accent1"/>
              </a:solidFill>
            </a:endParaRPr>
          </a:p>
        </p:txBody>
      </p:sp>
    </p:spTree>
    <p:extLst>
      <p:ext uri="{BB962C8B-B14F-4D97-AF65-F5344CB8AC3E}">
        <p14:creationId xmlns:p14="http://schemas.microsoft.com/office/powerpoint/2010/main" val="1288463762"/>
      </p:ext>
    </p:extLst>
  </p:cSld>
  <p:clrMapOvr>
    <a:masterClrMapping/>
  </p:clrMapOvr>
  <p:extLst>
    <p:ext uri="{DCECCB84-F9BA-43D5-87BE-67443E8EF086}">
      <p15:sldGuideLst xmlns:p15="http://schemas.microsoft.com/office/powerpoint/2012/main">
        <p15:guide id="2" pos="6805" userDrawn="1">
          <p15:clr>
            <a:srgbClr val="FBAE40"/>
          </p15:clr>
        </p15:guide>
        <p15:guide id="3" pos="3989" userDrawn="1">
          <p15:clr>
            <a:srgbClr val="FBAE40"/>
          </p15:clr>
        </p15:guide>
        <p15:guide id="4" pos="3705"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Title and Conten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DE70B5-BA04-4DB3-853D-A1C05ADF828C}"/>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70440712-862D-4568-80A4-86117B896766}"/>
              </a:ext>
            </a:extLst>
          </p:cNvPr>
          <p:cNvSpPr>
            <a:spLocks noGrp="1"/>
          </p:cNvSpPr>
          <p:nvPr>
            <p:ph idx="1" hasCustomPrompt="1"/>
          </p:nvPr>
        </p:nvSpPr>
        <p:spPr>
          <a:xfrm>
            <a:off x="970139" y="2717600"/>
            <a:ext cx="10251722" cy="3175200"/>
          </a:xfrm>
        </p:spPr>
        <p:txBody>
          <a:bodyPr vert="horz" lIns="0" tIns="0" rIns="0" bIns="0" rtlCol="0">
            <a:noAutofit/>
          </a:bodyPr>
          <a:lstStyle>
            <a:lvl1pPr>
              <a:defRPr lang="en-US" b="0" dirty="0" smtClean="0">
                <a:solidFill>
                  <a:srgbClr val="203232"/>
                </a:solidFill>
              </a:defRPr>
            </a:lvl1pPr>
            <a:lvl2pPr>
              <a:defRPr lang="en-US" dirty="0" smtClean="0"/>
            </a:lvl2pPr>
            <a:lvl3pPr>
              <a:defRPr lang="en-GB" dirty="0"/>
            </a:lvl3pPr>
            <a:lvl5pPr>
              <a:defRPr>
                <a:solidFill>
                  <a:schemeClr val="accent4"/>
                </a:solidFill>
              </a:defRPr>
            </a:lvl5pPr>
          </a:lstStyle>
          <a:p>
            <a:pPr lvl="0"/>
            <a:r>
              <a:rPr lang="en-GB"/>
              <a:t>Add Text</a:t>
            </a:r>
          </a:p>
        </p:txBody>
      </p:sp>
      <p:sp>
        <p:nvSpPr>
          <p:cNvPr id="5" name="Footer Placeholder 4">
            <a:extLst>
              <a:ext uri="{FF2B5EF4-FFF2-40B4-BE49-F238E27FC236}">
                <a16:creationId xmlns:a16="http://schemas.microsoft.com/office/drawing/2014/main" id="{962B6D5D-0892-4B4E-86D9-894852B1242C}"/>
              </a:ext>
            </a:extLst>
          </p:cNvPr>
          <p:cNvSpPr>
            <a:spLocks noGrp="1"/>
          </p:cNvSpPr>
          <p:nvPr>
            <p:ph type="ftr" sz="quarter" idx="11"/>
          </p:nvPr>
        </p:nvSpPr>
        <p:spPr/>
        <p:txBody>
          <a:bodyPr/>
          <a:lstStyle/>
          <a:p>
            <a:r>
              <a:rPr lang="en-GB"/>
              <a:t>PRESENTATION TITLE (ADD VIA INSERT, HEADER &amp; FOOTER)</a:t>
            </a:r>
          </a:p>
        </p:txBody>
      </p:sp>
      <p:sp>
        <p:nvSpPr>
          <p:cNvPr id="6" name="Slide Number Placeholder 5">
            <a:extLst>
              <a:ext uri="{FF2B5EF4-FFF2-40B4-BE49-F238E27FC236}">
                <a16:creationId xmlns:a16="http://schemas.microsoft.com/office/drawing/2014/main" id="{3B7428FC-C061-4730-9EA5-A52A00413991}"/>
              </a:ext>
            </a:extLst>
          </p:cNvPr>
          <p:cNvSpPr>
            <a:spLocks noGrp="1"/>
          </p:cNvSpPr>
          <p:nvPr>
            <p:ph type="sldNum" sz="quarter" idx="12"/>
          </p:nvPr>
        </p:nvSpPr>
        <p:spPr/>
        <p:txBody>
          <a:bodyPr/>
          <a:lstStyle/>
          <a:p>
            <a:fld id="{E4D355CA-84B7-41B1-B164-8BB439CC7C6B}" type="slidenum">
              <a:rPr lang="en-GB" smtClean="0"/>
              <a:pPr/>
              <a:t>‹#›</a:t>
            </a:fld>
            <a:endParaRPr lang="en-GB"/>
          </a:p>
        </p:txBody>
      </p:sp>
      <p:sp>
        <p:nvSpPr>
          <p:cNvPr id="7" name="Rectangle 6">
            <a:extLst>
              <a:ext uri="{FF2B5EF4-FFF2-40B4-BE49-F238E27FC236}">
                <a16:creationId xmlns:a16="http://schemas.microsoft.com/office/drawing/2014/main" id="{850AA271-B0BA-42CD-A544-17AAB1FA2EEA}"/>
              </a:ext>
            </a:extLst>
          </p:cNvPr>
          <p:cNvSpPr/>
          <p:nvPr userDrawn="1"/>
        </p:nvSpPr>
        <p:spPr>
          <a:xfrm>
            <a:off x="0" y="0"/>
            <a:ext cx="12192000" cy="140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2213221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Title and Content Larg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DE70B5-BA04-4DB3-853D-A1C05ADF828C}"/>
              </a:ext>
            </a:extLst>
          </p:cNvPr>
          <p:cNvSpPr>
            <a:spLocks noGrp="1"/>
          </p:cNvSpPr>
          <p:nvPr>
            <p:ph type="title" hasCustomPrompt="1"/>
          </p:nvPr>
        </p:nvSpPr>
        <p:spPr>
          <a:xfrm>
            <a:off x="954000" y="775255"/>
            <a:ext cx="7361569" cy="365125"/>
          </a:xfrm>
        </p:spPr>
        <p:txBody>
          <a:bodyPr/>
          <a:lstStyle/>
          <a:p>
            <a:r>
              <a:rPr lang="en-US"/>
              <a:t>Click to add title.</a:t>
            </a:r>
            <a:endParaRPr lang="en-GB"/>
          </a:p>
        </p:txBody>
      </p:sp>
      <p:sp>
        <p:nvSpPr>
          <p:cNvPr id="3" name="Content Placeholder 2">
            <a:extLst>
              <a:ext uri="{FF2B5EF4-FFF2-40B4-BE49-F238E27FC236}">
                <a16:creationId xmlns:a16="http://schemas.microsoft.com/office/drawing/2014/main" id="{70440712-862D-4568-80A4-86117B896766}"/>
              </a:ext>
            </a:extLst>
          </p:cNvPr>
          <p:cNvSpPr>
            <a:spLocks noGrp="1"/>
          </p:cNvSpPr>
          <p:nvPr>
            <p:ph idx="1" hasCustomPrompt="1"/>
          </p:nvPr>
        </p:nvSpPr>
        <p:spPr>
          <a:xfrm>
            <a:off x="970139" y="1367692"/>
            <a:ext cx="10251722" cy="4923693"/>
          </a:xfrm>
        </p:spPr>
        <p:txBody>
          <a:bodyPr vert="horz" lIns="0" tIns="0" rIns="0" bIns="0" rtlCol="0">
            <a:noAutofit/>
          </a:bodyPr>
          <a:lstStyle>
            <a:lvl1pPr>
              <a:defRPr lang="en-US" b="0" dirty="0" smtClean="0">
                <a:solidFill>
                  <a:srgbClr val="203232"/>
                </a:solidFill>
              </a:defRPr>
            </a:lvl1pPr>
            <a:lvl2pPr>
              <a:defRPr lang="en-US" dirty="0" smtClean="0"/>
            </a:lvl2pPr>
            <a:lvl3pPr>
              <a:defRPr lang="en-GB" dirty="0"/>
            </a:lvl3pPr>
            <a:lvl5pPr>
              <a:defRPr>
                <a:solidFill>
                  <a:schemeClr val="accent4"/>
                </a:solidFill>
              </a:defRPr>
            </a:lvl5pPr>
          </a:lstStyle>
          <a:p>
            <a:pPr lvl="0"/>
            <a:r>
              <a:rPr lang="en-GB"/>
              <a:t>Add Text</a:t>
            </a:r>
          </a:p>
        </p:txBody>
      </p:sp>
      <p:sp>
        <p:nvSpPr>
          <p:cNvPr id="6" name="Slide Number Placeholder 5">
            <a:extLst>
              <a:ext uri="{FF2B5EF4-FFF2-40B4-BE49-F238E27FC236}">
                <a16:creationId xmlns:a16="http://schemas.microsoft.com/office/drawing/2014/main" id="{3B7428FC-C061-4730-9EA5-A52A00413991}"/>
              </a:ext>
            </a:extLst>
          </p:cNvPr>
          <p:cNvSpPr>
            <a:spLocks noGrp="1"/>
          </p:cNvSpPr>
          <p:nvPr>
            <p:ph type="sldNum" sz="quarter" idx="12"/>
          </p:nvPr>
        </p:nvSpPr>
        <p:spPr/>
        <p:txBody>
          <a:bodyPr/>
          <a:lstStyle/>
          <a:p>
            <a:fld id="{E4D355CA-84B7-41B1-B164-8BB439CC7C6B}" type="slidenum">
              <a:rPr lang="en-GB" smtClean="0"/>
              <a:pPr/>
              <a:t>‹#›</a:t>
            </a:fld>
            <a:endParaRPr lang="en-GB"/>
          </a:p>
        </p:txBody>
      </p:sp>
      <p:sp>
        <p:nvSpPr>
          <p:cNvPr id="7" name="Rectangle 6">
            <a:extLst>
              <a:ext uri="{FF2B5EF4-FFF2-40B4-BE49-F238E27FC236}">
                <a16:creationId xmlns:a16="http://schemas.microsoft.com/office/drawing/2014/main" id="{850AA271-B0BA-42CD-A544-17AAB1FA2EEA}"/>
              </a:ext>
            </a:extLst>
          </p:cNvPr>
          <p:cNvSpPr/>
          <p:nvPr userDrawn="1"/>
        </p:nvSpPr>
        <p:spPr>
          <a:xfrm>
            <a:off x="0" y="0"/>
            <a:ext cx="12192000" cy="140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05573051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Content Large blue">
    <p:bg>
      <p:bgPr>
        <a:solidFill>
          <a:schemeClr val="accent1"/>
        </a:solidFill>
        <a:effectLst/>
      </p:bgPr>
    </p:bg>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3B7428FC-C061-4730-9EA5-A52A00413991}"/>
              </a:ext>
            </a:extLst>
          </p:cNvPr>
          <p:cNvSpPr>
            <a:spLocks noGrp="1"/>
          </p:cNvSpPr>
          <p:nvPr>
            <p:ph type="sldNum" sz="quarter" idx="12"/>
          </p:nvPr>
        </p:nvSpPr>
        <p:spPr/>
        <p:txBody>
          <a:bodyPr/>
          <a:lstStyle>
            <a:lvl1pPr>
              <a:defRPr>
                <a:solidFill>
                  <a:schemeClr val="bg1"/>
                </a:solidFill>
              </a:defRPr>
            </a:lvl1pPr>
          </a:lstStyle>
          <a:p>
            <a:fld id="{E4D355CA-84B7-41B1-B164-8BB439CC7C6B}" type="slidenum">
              <a:rPr lang="en-GB" smtClean="0"/>
              <a:pPr/>
              <a:t>‹#›</a:t>
            </a:fld>
            <a:endParaRPr lang="en-GB"/>
          </a:p>
        </p:txBody>
      </p:sp>
      <p:sp>
        <p:nvSpPr>
          <p:cNvPr id="8" name="Content Placeholder 2">
            <a:extLst>
              <a:ext uri="{FF2B5EF4-FFF2-40B4-BE49-F238E27FC236}">
                <a16:creationId xmlns:a16="http://schemas.microsoft.com/office/drawing/2014/main" id="{B09D4C03-E8B1-644E-949B-F7AF91181833}"/>
              </a:ext>
            </a:extLst>
          </p:cNvPr>
          <p:cNvSpPr>
            <a:spLocks noGrp="1"/>
          </p:cNvSpPr>
          <p:nvPr>
            <p:ph idx="1" hasCustomPrompt="1"/>
          </p:nvPr>
        </p:nvSpPr>
        <p:spPr>
          <a:xfrm>
            <a:off x="970139" y="1367692"/>
            <a:ext cx="10251722" cy="4923693"/>
          </a:xfrm>
        </p:spPr>
        <p:txBody>
          <a:bodyPr vert="horz" lIns="0" tIns="0" rIns="0" bIns="0" rtlCol="0">
            <a:noAutofit/>
          </a:bodyPr>
          <a:lstStyle>
            <a:lvl1pPr>
              <a:defRPr lang="en-US" b="0" dirty="0" smtClean="0">
                <a:solidFill>
                  <a:schemeClr val="bg1"/>
                </a:solidFill>
              </a:defRPr>
            </a:lvl1pPr>
            <a:lvl2pPr>
              <a:defRPr lang="en-US" dirty="0" smtClean="0">
                <a:solidFill>
                  <a:schemeClr val="bg1"/>
                </a:solidFill>
              </a:defRPr>
            </a:lvl2pPr>
            <a:lvl3pPr>
              <a:defRPr lang="en-GB" dirty="0">
                <a:solidFill>
                  <a:schemeClr val="bg1"/>
                </a:solidFill>
              </a:defRPr>
            </a:lvl3pPr>
            <a:lvl4pPr>
              <a:defRPr>
                <a:solidFill>
                  <a:schemeClr val="bg1"/>
                </a:solidFill>
              </a:defRPr>
            </a:lvl4pPr>
            <a:lvl5pPr>
              <a:defRPr>
                <a:solidFill>
                  <a:schemeClr val="bg1"/>
                </a:solidFill>
              </a:defRPr>
            </a:lvl5pPr>
          </a:lstStyle>
          <a:p>
            <a:pPr lvl="0"/>
            <a:r>
              <a:rPr lang="en-US"/>
              <a:t>Add Text</a:t>
            </a:r>
            <a:endParaRPr lang="en-GB"/>
          </a:p>
        </p:txBody>
      </p:sp>
      <p:sp>
        <p:nvSpPr>
          <p:cNvPr id="5" name="Title 1">
            <a:extLst>
              <a:ext uri="{FF2B5EF4-FFF2-40B4-BE49-F238E27FC236}">
                <a16:creationId xmlns:a16="http://schemas.microsoft.com/office/drawing/2014/main" id="{02EDA17D-AAE6-954F-93C6-90B8D7B80BD1}"/>
              </a:ext>
            </a:extLst>
          </p:cNvPr>
          <p:cNvSpPr>
            <a:spLocks noGrp="1"/>
          </p:cNvSpPr>
          <p:nvPr>
            <p:ph type="title" hasCustomPrompt="1"/>
          </p:nvPr>
        </p:nvSpPr>
        <p:spPr>
          <a:xfrm>
            <a:off x="954000" y="775255"/>
            <a:ext cx="7361569" cy="365125"/>
          </a:xfrm>
        </p:spPr>
        <p:txBody>
          <a:bodyPr/>
          <a:lstStyle>
            <a:lvl1pPr>
              <a:defRPr>
                <a:solidFill>
                  <a:schemeClr val="bg1"/>
                </a:solidFill>
              </a:defRPr>
            </a:lvl1pPr>
          </a:lstStyle>
          <a:p>
            <a:r>
              <a:rPr lang="en-US"/>
              <a:t>Click to add title.</a:t>
            </a:r>
            <a:endParaRPr lang="en-GB"/>
          </a:p>
        </p:txBody>
      </p:sp>
    </p:spTree>
    <p:extLst>
      <p:ext uri="{BB962C8B-B14F-4D97-AF65-F5344CB8AC3E}">
        <p14:creationId xmlns:p14="http://schemas.microsoft.com/office/powerpoint/2010/main" val="184062098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 Image + Conten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AAFE49-0143-472F-897B-A7DAB87AB4E4}"/>
              </a:ext>
            </a:extLst>
          </p:cNvPr>
          <p:cNvSpPr>
            <a:spLocks noGrp="1"/>
          </p:cNvSpPr>
          <p:nvPr>
            <p:ph type="title"/>
          </p:nvPr>
        </p:nvSpPr>
        <p:spPr/>
        <p:txBody>
          <a:bodyPr/>
          <a:lstStyle/>
          <a:p>
            <a:r>
              <a:rPr lang="en-US"/>
              <a:t>Click to edit Master title style</a:t>
            </a:r>
            <a:endParaRPr lang="en-GB"/>
          </a:p>
        </p:txBody>
      </p:sp>
      <p:sp>
        <p:nvSpPr>
          <p:cNvPr id="4" name="Content Placeholder 3">
            <a:extLst>
              <a:ext uri="{FF2B5EF4-FFF2-40B4-BE49-F238E27FC236}">
                <a16:creationId xmlns:a16="http://schemas.microsoft.com/office/drawing/2014/main" id="{46F0C709-1F3D-4B13-A290-4041A33FB10E}"/>
              </a:ext>
            </a:extLst>
          </p:cNvPr>
          <p:cNvSpPr>
            <a:spLocks noGrp="1"/>
          </p:cNvSpPr>
          <p:nvPr>
            <p:ph sz="half" idx="2" hasCustomPrompt="1"/>
          </p:nvPr>
        </p:nvSpPr>
        <p:spPr>
          <a:xfrm>
            <a:off x="7835952" y="2728800"/>
            <a:ext cx="2959200" cy="3164000"/>
          </a:xfrm>
        </p:spPr>
        <p:txBody>
          <a:bodyPr vert="horz" lIns="0" tIns="0" rIns="0" bIns="0" rtlCol="0">
            <a:noAutofit/>
          </a:bodyPr>
          <a:lstStyle>
            <a:lvl1pPr>
              <a:defRPr lang="en-US" b="0" dirty="0" smtClean="0">
                <a:solidFill>
                  <a:srgbClr val="203232"/>
                </a:solidFill>
              </a:defRPr>
            </a:lvl1pPr>
            <a:lvl2pPr>
              <a:defRPr lang="en-US" dirty="0" smtClean="0"/>
            </a:lvl2pPr>
            <a:lvl3pPr>
              <a:defRPr lang="en-US" dirty="0" smtClean="0"/>
            </a:lvl3pPr>
            <a:lvl4pPr>
              <a:defRPr lang="en-GB" spc="-100" baseline="0" dirty="0"/>
            </a:lvl4pPr>
            <a:lvl5pPr>
              <a:defRPr spc="-100" baseline="0">
                <a:solidFill>
                  <a:schemeClr val="accent4"/>
                </a:solidFill>
              </a:defRPr>
            </a:lvl5pPr>
          </a:lstStyle>
          <a:p>
            <a:pPr lvl="0"/>
            <a:r>
              <a:rPr lang="en-GB" b="0"/>
              <a:t>Add Text</a:t>
            </a:r>
            <a:endParaRPr lang="en-GB"/>
          </a:p>
        </p:txBody>
      </p:sp>
      <p:sp>
        <p:nvSpPr>
          <p:cNvPr id="6" name="Footer Placeholder 5">
            <a:extLst>
              <a:ext uri="{FF2B5EF4-FFF2-40B4-BE49-F238E27FC236}">
                <a16:creationId xmlns:a16="http://schemas.microsoft.com/office/drawing/2014/main" id="{60A8C9C5-E913-47B9-82DE-196768E6D657}"/>
              </a:ext>
            </a:extLst>
          </p:cNvPr>
          <p:cNvSpPr>
            <a:spLocks noGrp="1"/>
          </p:cNvSpPr>
          <p:nvPr>
            <p:ph type="ftr" sz="quarter" idx="11"/>
          </p:nvPr>
        </p:nvSpPr>
        <p:spPr/>
        <p:txBody>
          <a:bodyPr/>
          <a:lstStyle/>
          <a:p>
            <a:r>
              <a:rPr lang="en-GB"/>
              <a:t>PRESENTATION TITLE (ADD VIA INSERT, HEADER &amp; FOOTER)</a:t>
            </a:r>
          </a:p>
        </p:txBody>
      </p:sp>
      <p:sp>
        <p:nvSpPr>
          <p:cNvPr id="7" name="Slide Number Placeholder 6">
            <a:extLst>
              <a:ext uri="{FF2B5EF4-FFF2-40B4-BE49-F238E27FC236}">
                <a16:creationId xmlns:a16="http://schemas.microsoft.com/office/drawing/2014/main" id="{E1558F66-ECA3-4B00-A383-8D2B86217C93}"/>
              </a:ext>
            </a:extLst>
          </p:cNvPr>
          <p:cNvSpPr>
            <a:spLocks noGrp="1"/>
          </p:cNvSpPr>
          <p:nvPr>
            <p:ph type="sldNum" sz="quarter" idx="12"/>
          </p:nvPr>
        </p:nvSpPr>
        <p:spPr/>
        <p:txBody>
          <a:bodyPr/>
          <a:lstStyle/>
          <a:p>
            <a:fld id="{E4D355CA-84B7-41B1-B164-8BB439CC7C6B}" type="slidenum">
              <a:rPr lang="en-GB" smtClean="0"/>
              <a:pPr/>
              <a:t>‹#›</a:t>
            </a:fld>
            <a:endParaRPr lang="en-GB"/>
          </a:p>
        </p:txBody>
      </p:sp>
      <p:sp>
        <p:nvSpPr>
          <p:cNvPr id="10" name="Picture Placeholder 9">
            <a:extLst>
              <a:ext uri="{FF2B5EF4-FFF2-40B4-BE49-F238E27FC236}">
                <a16:creationId xmlns:a16="http://schemas.microsoft.com/office/drawing/2014/main" id="{874043F1-6F14-49BD-83CA-12B559ABC101}"/>
              </a:ext>
            </a:extLst>
          </p:cNvPr>
          <p:cNvSpPr>
            <a:spLocks noGrp="1"/>
          </p:cNvSpPr>
          <p:nvPr>
            <p:ph type="pic" sz="quarter" idx="13"/>
          </p:nvPr>
        </p:nvSpPr>
        <p:spPr>
          <a:xfrm>
            <a:off x="954088" y="2728913"/>
            <a:ext cx="6400800" cy="4129087"/>
          </a:xfrm>
        </p:spPr>
        <p:txBody>
          <a:bodyPr/>
          <a:lstStyle/>
          <a:p>
            <a:endParaRPr lang="en-GB"/>
          </a:p>
        </p:txBody>
      </p:sp>
      <p:sp>
        <p:nvSpPr>
          <p:cNvPr id="11" name="Rectangle 10">
            <a:extLst>
              <a:ext uri="{FF2B5EF4-FFF2-40B4-BE49-F238E27FC236}">
                <a16:creationId xmlns:a16="http://schemas.microsoft.com/office/drawing/2014/main" id="{4B51C537-0174-43E5-8B81-C80AF1D06831}"/>
              </a:ext>
            </a:extLst>
          </p:cNvPr>
          <p:cNvSpPr/>
          <p:nvPr userDrawn="1"/>
        </p:nvSpPr>
        <p:spPr>
          <a:xfrm>
            <a:off x="0" y="0"/>
            <a:ext cx="12192000" cy="140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53411371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 Content + 2 Image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AAFE49-0143-472F-897B-A7DAB87AB4E4}"/>
              </a:ext>
            </a:extLst>
          </p:cNvPr>
          <p:cNvSpPr>
            <a:spLocks noGrp="1"/>
          </p:cNvSpPr>
          <p:nvPr>
            <p:ph type="title"/>
          </p:nvPr>
        </p:nvSpPr>
        <p:spPr/>
        <p:txBody>
          <a:bodyPr/>
          <a:lstStyle/>
          <a:p>
            <a:r>
              <a:rPr lang="en-US"/>
              <a:t>Click to edit Master title style</a:t>
            </a:r>
            <a:endParaRPr lang="en-GB"/>
          </a:p>
        </p:txBody>
      </p:sp>
      <p:sp>
        <p:nvSpPr>
          <p:cNvPr id="6" name="Footer Placeholder 5">
            <a:extLst>
              <a:ext uri="{FF2B5EF4-FFF2-40B4-BE49-F238E27FC236}">
                <a16:creationId xmlns:a16="http://schemas.microsoft.com/office/drawing/2014/main" id="{60A8C9C5-E913-47B9-82DE-196768E6D657}"/>
              </a:ext>
            </a:extLst>
          </p:cNvPr>
          <p:cNvSpPr>
            <a:spLocks noGrp="1"/>
          </p:cNvSpPr>
          <p:nvPr>
            <p:ph type="ftr" sz="quarter" idx="11"/>
          </p:nvPr>
        </p:nvSpPr>
        <p:spPr/>
        <p:txBody>
          <a:bodyPr/>
          <a:lstStyle/>
          <a:p>
            <a:r>
              <a:rPr lang="en-GB"/>
              <a:t>PRESENTATION TITLE (ADD VIA INSERT, HEADER &amp; FOOTER)</a:t>
            </a:r>
          </a:p>
        </p:txBody>
      </p:sp>
      <p:sp>
        <p:nvSpPr>
          <p:cNvPr id="7" name="Slide Number Placeholder 6">
            <a:extLst>
              <a:ext uri="{FF2B5EF4-FFF2-40B4-BE49-F238E27FC236}">
                <a16:creationId xmlns:a16="http://schemas.microsoft.com/office/drawing/2014/main" id="{E1558F66-ECA3-4B00-A383-8D2B86217C93}"/>
              </a:ext>
            </a:extLst>
          </p:cNvPr>
          <p:cNvSpPr>
            <a:spLocks noGrp="1"/>
          </p:cNvSpPr>
          <p:nvPr>
            <p:ph type="sldNum" sz="quarter" idx="12"/>
          </p:nvPr>
        </p:nvSpPr>
        <p:spPr/>
        <p:txBody>
          <a:bodyPr/>
          <a:lstStyle/>
          <a:p>
            <a:fld id="{E4D355CA-84B7-41B1-B164-8BB439CC7C6B}" type="slidenum">
              <a:rPr lang="en-GB" smtClean="0"/>
              <a:pPr/>
              <a:t>‹#›</a:t>
            </a:fld>
            <a:endParaRPr lang="en-GB"/>
          </a:p>
        </p:txBody>
      </p:sp>
      <p:sp>
        <p:nvSpPr>
          <p:cNvPr id="8" name="Rectangle 7">
            <a:extLst>
              <a:ext uri="{FF2B5EF4-FFF2-40B4-BE49-F238E27FC236}">
                <a16:creationId xmlns:a16="http://schemas.microsoft.com/office/drawing/2014/main" id="{039FCF96-B7D6-4CCD-A4AE-46A67249D3BD}"/>
              </a:ext>
            </a:extLst>
          </p:cNvPr>
          <p:cNvSpPr/>
          <p:nvPr userDrawn="1"/>
        </p:nvSpPr>
        <p:spPr>
          <a:xfrm>
            <a:off x="0" y="0"/>
            <a:ext cx="12192000" cy="140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Content Placeholder 9">
            <a:extLst>
              <a:ext uri="{FF2B5EF4-FFF2-40B4-BE49-F238E27FC236}">
                <a16:creationId xmlns:a16="http://schemas.microsoft.com/office/drawing/2014/main" id="{741F3B7A-B2BF-40FC-8EB2-F1C37D316488}"/>
              </a:ext>
            </a:extLst>
          </p:cNvPr>
          <p:cNvSpPr>
            <a:spLocks noGrp="1"/>
          </p:cNvSpPr>
          <p:nvPr>
            <p:ph sz="quarter" idx="13" hasCustomPrompt="1"/>
          </p:nvPr>
        </p:nvSpPr>
        <p:spPr>
          <a:xfrm>
            <a:off x="953999" y="2728800"/>
            <a:ext cx="2959199" cy="3164000"/>
          </a:xfrm>
        </p:spPr>
        <p:txBody>
          <a:bodyPr vert="horz" lIns="0" tIns="0" rIns="0" bIns="0" rtlCol="0">
            <a:noAutofit/>
          </a:bodyPr>
          <a:lstStyle>
            <a:lvl1pPr>
              <a:defRPr lang="en-US" b="0" dirty="0" smtClean="0">
                <a:solidFill>
                  <a:srgbClr val="203232"/>
                </a:solidFill>
              </a:defRPr>
            </a:lvl1pPr>
            <a:lvl2pPr>
              <a:defRPr lang="en-US" dirty="0" smtClean="0"/>
            </a:lvl2pPr>
            <a:lvl3pPr>
              <a:defRPr lang="en-US" dirty="0" smtClean="0"/>
            </a:lvl3pPr>
            <a:lvl4pPr>
              <a:defRPr lang="en-US" dirty="0" smtClean="0"/>
            </a:lvl4pPr>
            <a:lvl5pPr>
              <a:defRPr lang="en-GB" dirty="0">
                <a:solidFill>
                  <a:schemeClr val="accent4"/>
                </a:solidFill>
              </a:defRPr>
            </a:lvl5pPr>
          </a:lstStyle>
          <a:p>
            <a:pPr lvl="0"/>
            <a:r>
              <a:rPr lang="en-GB" b="0"/>
              <a:t>Add Text</a:t>
            </a:r>
            <a:endParaRPr lang="en-GB"/>
          </a:p>
        </p:txBody>
      </p:sp>
      <p:sp>
        <p:nvSpPr>
          <p:cNvPr id="9" name="Content Placeholder 9">
            <a:extLst>
              <a:ext uri="{FF2B5EF4-FFF2-40B4-BE49-F238E27FC236}">
                <a16:creationId xmlns:a16="http://schemas.microsoft.com/office/drawing/2014/main" id="{75B7A667-B99F-7A41-AAC3-ED24B9B1D92E}"/>
              </a:ext>
            </a:extLst>
          </p:cNvPr>
          <p:cNvSpPr>
            <a:spLocks noGrp="1"/>
          </p:cNvSpPr>
          <p:nvPr>
            <p:ph sz="quarter" idx="14" hasCustomPrompt="1"/>
          </p:nvPr>
        </p:nvSpPr>
        <p:spPr>
          <a:xfrm>
            <a:off x="8278804" y="2728800"/>
            <a:ext cx="2959199" cy="3164000"/>
          </a:xfrm>
        </p:spPr>
        <p:txBody>
          <a:bodyPr vert="horz" lIns="0" tIns="0" rIns="0" bIns="0" rtlCol="0">
            <a:noAutofit/>
          </a:bodyPr>
          <a:lstStyle>
            <a:lvl1pPr>
              <a:defRPr lang="en-US" b="0" dirty="0" smtClean="0">
                <a:solidFill>
                  <a:srgbClr val="203232"/>
                </a:solidFill>
              </a:defRPr>
            </a:lvl1pPr>
            <a:lvl2pPr>
              <a:defRPr lang="en-US" dirty="0" smtClean="0"/>
            </a:lvl2pPr>
            <a:lvl3pPr>
              <a:defRPr lang="en-US" dirty="0" smtClean="0"/>
            </a:lvl3pPr>
            <a:lvl4pPr>
              <a:defRPr lang="en-US" dirty="0" smtClean="0"/>
            </a:lvl4pPr>
            <a:lvl5pPr>
              <a:defRPr lang="en-GB" dirty="0">
                <a:solidFill>
                  <a:schemeClr val="accent4"/>
                </a:solidFill>
              </a:defRPr>
            </a:lvl5pPr>
          </a:lstStyle>
          <a:p>
            <a:pPr lvl="0"/>
            <a:r>
              <a:rPr lang="en-GB" b="0"/>
              <a:t>Add Text</a:t>
            </a:r>
            <a:endParaRPr lang="en-GB"/>
          </a:p>
        </p:txBody>
      </p:sp>
      <p:sp>
        <p:nvSpPr>
          <p:cNvPr id="11" name="Content Placeholder 9">
            <a:extLst>
              <a:ext uri="{FF2B5EF4-FFF2-40B4-BE49-F238E27FC236}">
                <a16:creationId xmlns:a16="http://schemas.microsoft.com/office/drawing/2014/main" id="{93C1FF47-695D-B348-AF37-1ADF5736FA9E}"/>
              </a:ext>
            </a:extLst>
          </p:cNvPr>
          <p:cNvSpPr>
            <a:spLocks noGrp="1"/>
          </p:cNvSpPr>
          <p:nvPr>
            <p:ph sz="quarter" idx="15" hasCustomPrompt="1"/>
          </p:nvPr>
        </p:nvSpPr>
        <p:spPr>
          <a:xfrm>
            <a:off x="4613975" y="2728800"/>
            <a:ext cx="2959199" cy="3164000"/>
          </a:xfrm>
        </p:spPr>
        <p:txBody>
          <a:bodyPr vert="horz" lIns="0" tIns="0" rIns="0" bIns="0" rtlCol="0">
            <a:noAutofit/>
          </a:bodyPr>
          <a:lstStyle>
            <a:lvl1pPr>
              <a:defRPr lang="en-US" b="0" dirty="0" smtClean="0">
                <a:solidFill>
                  <a:srgbClr val="203232"/>
                </a:solidFill>
              </a:defRPr>
            </a:lvl1pPr>
            <a:lvl2pPr>
              <a:defRPr lang="en-US" dirty="0" smtClean="0"/>
            </a:lvl2pPr>
            <a:lvl3pPr>
              <a:defRPr lang="en-US" dirty="0" smtClean="0"/>
            </a:lvl3pPr>
            <a:lvl4pPr>
              <a:defRPr lang="en-US" dirty="0" smtClean="0"/>
            </a:lvl4pPr>
            <a:lvl5pPr>
              <a:defRPr lang="en-GB" dirty="0">
                <a:solidFill>
                  <a:schemeClr val="accent4"/>
                </a:solidFill>
              </a:defRPr>
            </a:lvl5pPr>
          </a:lstStyle>
          <a:p>
            <a:pPr lvl="0"/>
            <a:r>
              <a:rPr lang="en-GB" b="0"/>
              <a:t>Add Text</a:t>
            </a:r>
            <a:endParaRPr lang="en-GB"/>
          </a:p>
        </p:txBody>
      </p:sp>
    </p:spTree>
    <p:extLst>
      <p:ext uri="{BB962C8B-B14F-4D97-AF65-F5344CB8AC3E}">
        <p14:creationId xmlns:p14="http://schemas.microsoft.com/office/powerpoint/2010/main" val="89604711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Full Bleed Image">
    <p:bg>
      <p:bgPr>
        <a:solidFill>
          <a:schemeClr val="accent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A307C322-846C-9045-AD91-A93C82FC5AAF}"/>
              </a:ext>
            </a:extLst>
          </p:cNvPr>
          <p:cNvSpPr>
            <a:spLocks noGrp="1"/>
          </p:cNvSpPr>
          <p:nvPr>
            <p:ph type="pic" sz="quarter" idx="10" hasCustomPrompt="1"/>
          </p:nvPr>
        </p:nvSpPr>
        <p:spPr>
          <a:xfrm>
            <a:off x="0" y="0"/>
            <a:ext cx="12192000" cy="6858000"/>
          </a:xfrm>
        </p:spPr>
        <p:txBody>
          <a:bodyPr/>
          <a:lstStyle>
            <a:lvl1pPr>
              <a:defRPr>
                <a:solidFill>
                  <a:schemeClr val="bg1"/>
                </a:solidFill>
              </a:defRPr>
            </a:lvl1pPr>
          </a:lstStyle>
          <a:p>
            <a:r>
              <a:rPr lang="en-US"/>
              <a:t>Picture</a:t>
            </a:r>
          </a:p>
        </p:txBody>
      </p:sp>
    </p:spTree>
    <p:extLst>
      <p:ext uri="{BB962C8B-B14F-4D97-AF65-F5344CB8AC3E}">
        <p14:creationId xmlns:p14="http://schemas.microsoft.com/office/powerpoint/2010/main" val="292035214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Video">
    <p:bg>
      <p:bgPr>
        <a:solidFill>
          <a:schemeClr val="accent1"/>
        </a:solidFill>
        <a:effectLst/>
      </p:bgPr>
    </p:bg>
    <p:spTree>
      <p:nvGrpSpPr>
        <p:cNvPr id="1" name=""/>
        <p:cNvGrpSpPr/>
        <p:nvPr/>
      </p:nvGrpSpPr>
      <p:grpSpPr>
        <a:xfrm>
          <a:off x="0" y="0"/>
          <a:ext cx="0" cy="0"/>
          <a:chOff x="0" y="0"/>
          <a:chExt cx="0" cy="0"/>
        </a:xfrm>
      </p:grpSpPr>
      <p:sp>
        <p:nvSpPr>
          <p:cNvPr id="9" name="Media Placeholder 8">
            <a:extLst>
              <a:ext uri="{FF2B5EF4-FFF2-40B4-BE49-F238E27FC236}">
                <a16:creationId xmlns:a16="http://schemas.microsoft.com/office/drawing/2014/main" id="{9ABCF9A5-761F-434B-BBB5-D788CB1E79D8}"/>
              </a:ext>
            </a:extLst>
          </p:cNvPr>
          <p:cNvSpPr>
            <a:spLocks noGrp="1"/>
          </p:cNvSpPr>
          <p:nvPr>
            <p:ph type="media" sz="quarter" idx="10"/>
          </p:nvPr>
        </p:nvSpPr>
        <p:spPr>
          <a:xfrm>
            <a:off x="140400" y="140400"/>
            <a:ext cx="11916000" cy="6580800"/>
          </a:xfrm>
          <a:solidFill>
            <a:schemeClr val="bg1"/>
          </a:solidFill>
        </p:spPr>
        <p:txBody>
          <a:bodyPr/>
          <a:lstStyle/>
          <a:p>
            <a:endParaRPr lang="en-GB"/>
          </a:p>
        </p:txBody>
      </p:sp>
    </p:spTree>
    <p:extLst>
      <p:ext uri="{BB962C8B-B14F-4D97-AF65-F5344CB8AC3E}">
        <p14:creationId xmlns:p14="http://schemas.microsoft.com/office/powerpoint/2010/main" val="320280982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Icons and text">
    <p:bg>
      <p:bgPr>
        <a:solidFill>
          <a:schemeClr val="bg1"/>
        </a:soli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962B6D5D-0892-4B4E-86D9-894852B1242C}"/>
              </a:ext>
            </a:extLst>
          </p:cNvPr>
          <p:cNvSpPr>
            <a:spLocks noGrp="1"/>
          </p:cNvSpPr>
          <p:nvPr>
            <p:ph type="ftr" sz="quarter" idx="11"/>
          </p:nvPr>
        </p:nvSpPr>
        <p:spPr/>
        <p:txBody>
          <a:bodyPr/>
          <a:lstStyle/>
          <a:p>
            <a:r>
              <a:rPr lang="en-GB"/>
              <a:t>PRESENTATION TITLE (ADD VIA INSERT, HEADER &amp; FOOTER)</a:t>
            </a:r>
          </a:p>
        </p:txBody>
      </p:sp>
      <p:sp>
        <p:nvSpPr>
          <p:cNvPr id="6" name="Slide Number Placeholder 5">
            <a:extLst>
              <a:ext uri="{FF2B5EF4-FFF2-40B4-BE49-F238E27FC236}">
                <a16:creationId xmlns:a16="http://schemas.microsoft.com/office/drawing/2014/main" id="{3B7428FC-C061-4730-9EA5-A52A00413991}"/>
              </a:ext>
            </a:extLst>
          </p:cNvPr>
          <p:cNvSpPr>
            <a:spLocks noGrp="1"/>
          </p:cNvSpPr>
          <p:nvPr>
            <p:ph type="sldNum" sz="quarter" idx="12"/>
          </p:nvPr>
        </p:nvSpPr>
        <p:spPr/>
        <p:txBody>
          <a:bodyPr/>
          <a:lstStyle/>
          <a:p>
            <a:fld id="{E4D355CA-84B7-41B1-B164-8BB439CC7C6B}" type="slidenum">
              <a:rPr lang="en-GB" smtClean="0"/>
              <a:pPr/>
              <a:t>‹#›</a:t>
            </a:fld>
            <a:endParaRPr lang="en-GB"/>
          </a:p>
        </p:txBody>
      </p:sp>
      <p:sp>
        <p:nvSpPr>
          <p:cNvPr id="7" name="Rectangle 6">
            <a:extLst>
              <a:ext uri="{FF2B5EF4-FFF2-40B4-BE49-F238E27FC236}">
                <a16:creationId xmlns:a16="http://schemas.microsoft.com/office/drawing/2014/main" id="{850AA271-B0BA-42CD-A544-17AAB1FA2EEA}"/>
              </a:ext>
            </a:extLst>
          </p:cNvPr>
          <p:cNvSpPr/>
          <p:nvPr userDrawn="1"/>
        </p:nvSpPr>
        <p:spPr>
          <a:xfrm>
            <a:off x="0" y="0"/>
            <a:ext cx="12192000" cy="140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 name="Content Placeholder 2">
            <a:extLst>
              <a:ext uri="{FF2B5EF4-FFF2-40B4-BE49-F238E27FC236}">
                <a16:creationId xmlns:a16="http://schemas.microsoft.com/office/drawing/2014/main" id="{699880E3-4DE3-A642-9738-DF49DDCC9AC5}"/>
              </a:ext>
            </a:extLst>
          </p:cNvPr>
          <p:cNvSpPr>
            <a:spLocks noGrp="1"/>
          </p:cNvSpPr>
          <p:nvPr>
            <p:ph idx="18" hasCustomPrompt="1"/>
          </p:nvPr>
        </p:nvSpPr>
        <p:spPr>
          <a:xfrm>
            <a:off x="970139" y="4079342"/>
            <a:ext cx="3144661" cy="2252134"/>
          </a:xfrm>
        </p:spPr>
        <p:txBody>
          <a:bodyPr vert="horz" lIns="0" tIns="0" rIns="0" bIns="0" rtlCol="0">
            <a:noAutofit/>
          </a:bodyPr>
          <a:lstStyle>
            <a:lvl1pPr>
              <a:defRPr lang="en-US" b="0" dirty="0" smtClean="0">
                <a:solidFill>
                  <a:srgbClr val="203232"/>
                </a:solidFill>
              </a:defRPr>
            </a:lvl1pPr>
            <a:lvl2pPr>
              <a:defRPr lang="en-US" dirty="0" smtClean="0"/>
            </a:lvl2pPr>
            <a:lvl3pPr>
              <a:defRPr lang="en-GB" dirty="0"/>
            </a:lvl3pPr>
            <a:lvl5pPr>
              <a:defRPr>
                <a:solidFill>
                  <a:schemeClr val="accent4"/>
                </a:solidFill>
              </a:defRPr>
            </a:lvl5pPr>
          </a:lstStyle>
          <a:p>
            <a:pPr lvl="0"/>
            <a:r>
              <a:rPr lang="en-GB"/>
              <a:t>Add Text</a:t>
            </a:r>
          </a:p>
        </p:txBody>
      </p:sp>
      <p:sp>
        <p:nvSpPr>
          <p:cNvPr id="17" name="Content Placeholder 2">
            <a:extLst>
              <a:ext uri="{FF2B5EF4-FFF2-40B4-BE49-F238E27FC236}">
                <a16:creationId xmlns:a16="http://schemas.microsoft.com/office/drawing/2014/main" id="{CF37D495-D835-8E4B-A177-5E12F893DDCA}"/>
              </a:ext>
            </a:extLst>
          </p:cNvPr>
          <p:cNvSpPr>
            <a:spLocks noGrp="1"/>
          </p:cNvSpPr>
          <p:nvPr>
            <p:ph idx="19" hasCustomPrompt="1"/>
          </p:nvPr>
        </p:nvSpPr>
        <p:spPr>
          <a:xfrm>
            <a:off x="8077200" y="4062209"/>
            <a:ext cx="3144661" cy="2252134"/>
          </a:xfrm>
        </p:spPr>
        <p:txBody>
          <a:bodyPr vert="horz" lIns="0" tIns="0" rIns="0" bIns="0" rtlCol="0">
            <a:noAutofit/>
          </a:bodyPr>
          <a:lstStyle>
            <a:lvl1pPr marL="0" marR="0" indent="0" algn="l" defTabSz="914400" rtl="0" eaLnBrk="1" fontAlgn="auto" latinLnBrk="0" hangingPunct="1">
              <a:lnSpc>
                <a:spcPts val="2880"/>
              </a:lnSpc>
              <a:spcBef>
                <a:spcPts val="0"/>
              </a:spcBef>
              <a:spcAft>
                <a:spcPts val="992"/>
              </a:spcAft>
              <a:buClrTx/>
              <a:buSzTx/>
              <a:buFont typeface="Arial" panose="020B0604020202020204" pitchFamily="34" charset="0"/>
              <a:buNone/>
              <a:tabLst/>
              <a:defRPr lang="en-US" b="0">
                <a:solidFill>
                  <a:srgbClr val="203232"/>
                </a:solidFill>
              </a:defRPr>
            </a:lvl1pPr>
            <a:lvl2pPr>
              <a:defRPr lang="en-US" dirty="0" smtClean="0"/>
            </a:lvl2pPr>
            <a:lvl3pPr>
              <a:defRPr lang="en-GB" dirty="0"/>
            </a:lvl3pPr>
            <a:lvl5pPr>
              <a:defRPr>
                <a:solidFill>
                  <a:schemeClr val="accent4"/>
                </a:solidFill>
              </a:defRPr>
            </a:lvl5pPr>
          </a:lstStyle>
          <a:p>
            <a:pPr marL="0" marR="0" lvl="0" indent="0" algn="l" defTabSz="914400" rtl="0" eaLnBrk="1" fontAlgn="auto" latinLnBrk="0" hangingPunct="1">
              <a:lnSpc>
                <a:spcPts val="2880"/>
              </a:lnSpc>
              <a:spcBef>
                <a:spcPts val="0"/>
              </a:spcBef>
              <a:spcAft>
                <a:spcPts val="992"/>
              </a:spcAft>
              <a:buClrTx/>
              <a:buSzTx/>
              <a:buFont typeface="Arial" panose="020B0604020202020204" pitchFamily="34" charset="0"/>
              <a:buNone/>
              <a:tabLst/>
              <a:defRPr/>
            </a:pPr>
            <a:r>
              <a:rPr lang="en-GB"/>
              <a:t>Add </a:t>
            </a:r>
            <a:r>
              <a:rPr lang="en-US"/>
              <a:t>Text</a:t>
            </a:r>
            <a:endParaRPr lang="en-GB"/>
          </a:p>
        </p:txBody>
      </p:sp>
      <p:sp>
        <p:nvSpPr>
          <p:cNvPr id="18" name="Content Placeholder 2">
            <a:extLst>
              <a:ext uri="{FF2B5EF4-FFF2-40B4-BE49-F238E27FC236}">
                <a16:creationId xmlns:a16="http://schemas.microsoft.com/office/drawing/2014/main" id="{A6804C7E-983C-9246-90C0-AF8A0CE2CA84}"/>
              </a:ext>
            </a:extLst>
          </p:cNvPr>
          <p:cNvSpPr>
            <a:spLocks noGrp="1"/>
          </p:cNvSpPr>
          <p:nvPr>
            <p:ph idx="20" hasCustomPrompt="1"/>
          </p:nvPr>
        </p:nvSpPr>
        <p:spPr>
          <a:xfrm>
            <a:off x="4523669" y="4062209"/>
            <a:ext cx="3144661" cy="2252134"/>
          </a:xfrm>
        </p:spPr>
        <p:txBody>
          <a:bodyPr vert="horz" lIns="0" tIns="0" rIns="0" bIns="0" rtlCol="0">
            <a:noAutofit/>
          </a:bodyPr>
          <a:lstStyle>
            <a:lvl1pPr marL="0" marR="0" indent="0" algn="l" defTabSz="914400" rtl="0" eaLnBrk="1" fontAlgn="auto" latinLnBrk="0" hangingPunct="1">
              <a:lnSpc>
                <a:spcPts val="2880"/>
              </a:lnSpc>
              <a:spcBef>
                <a:spcPts val="0"/>
              </a:spcBef>
              <a:spcAft>
                <a:spcPts val="992"/>
              </a:spcAft>
              <a:buClrTx/>
              <a:buSzTx/>
              <a:buFont typeface="Arial" panose="020B0604020202020204" pitchFamily="34" charset="0"/>
              <a:buNone/>
              <a:tabLst/>
              <a:defRPr lang="en-US" b="0">
                <a:solidFill>
                  <a:srgbClr val="203232"/>
                </a:solidFill>
              </a:defRPr>
            </a:lvl1pPr>
            <a:lvl2pPr>
              <a:defRPr lang="en-US" dirty="0" smtClean="0"/>
            </a:lvl2pPr>
            <a:lvl3pPr>
              <a:defRPr lang="en-GB" dirty="0"/>
            </a:lvl3pPr>
            <a:lvl5pPr>
              <a:defRPr>
                <a:solidFill>
                  <a:schemeClr val="accent4"/>
                </a:solidFill>
              </a:defRPr>
            </a:lvl5pPr>
          </a:lstStyle>
          <a:p>
            <a:pPr marL="0" marR="0" lvl="0" indent="0" algn="l" defTabSz="914400" rtl="0" eaLnBrk="1" fontAlgn="auto" latinLnBrk="0" hangingPunct="1">
              <a:lnSpc>
                <a:spcPts val="2880"/>
              </a:lnSpc>
              <a:spcBef>
                <a:spcPts val="0"/>
              </a:spcBef>
              <a:spcAft>
                <a:spcPts val="992"/>
              </a:spcAft>
              <a:buClrTx/>
              <a:buSzTx/>
              <a:buFont typeface="Arial" panose="020B0604020202020204" pitchFamily="34" charset="0"/>
              <a:buNone/>
              <a:tabLst/>
              <a:defRPr/>
            </a:pPr>
            <a:r>
              <a:rPr lang="en-GB"/>
              <a:t>Add </a:t>
            </a:r>
            <a:r>
              <a:rPr lang="en-US"/>
              <a:t>Text</a:t>
            </a:r>
          </a:p>
        </p:txBody>
      </p:sp>
      <p:sp>
        <p:nvSpPr>
          <p:cNvPr id="8" name="Picture Placeholder 7">
            <a:extLst>
              <a:ext uri="{FF2B5EF4-FFF2-40B4-BE49-F238E27FC236}">
                <a16:creationId xmlns:a16="http://schemas.microsoft.com/office/drawing/2014/main" id="{84410427-8F1D-7541-9C05-AFDD3531678D}"/>
              </a:ext>
            </a:extLst>
          </p:cNvPr>
          <p:cNvSpPr>
            <a:spLocks noGrp="1"/>
          </p:cNvSpPr>
          <p:nvPr>
            <p:ph type="pic" sz="quarter" idx="23"/>
          </p:nvPr>
        </p:nvSpPr>
        <p:spPr>
          <a:xfrm>
            <a:off x="1462175" y="1640942"/>
            <a:ext cx="2160587" cy="2160588"/>
          </a:xfrm>
        </p:spPr>
        <p:txBody>
          <a:bodyPr/>
          <a:lstStyle/>
          <a:p>
            <a:endParaRPr lang="en-US"/>
          </a:p>
        </p:txBody>
      </p:sp>
      <p:sp>
        <p:nvSpPr>
          <p:cNvPr id="20" name="Picture Placeholder 7">
            <a:extLst>
              <a:ext uri="{FF2B5EF4-FFF2-40B4-BE49-F238E27FC236}">
                <a16:creationId xmlns:a16="http://schemas.microsoft.com/office/drawing/2014/main" id="{8B7D5964-7A97-5742-8717-CCB747F84A08}"/>
              </a:ext>
            </a:extLst>
          </p:cNvPr>
          <p:cNvSpPr>
            <a:spLocks noGrp="1"/>
          </p:cNvSpPr>
          <p:nvPr>
            <p:ph type="pic" sz="quarter" idx="24"/>
          </p:nvPr>
        </p:nvSpPr>
        <p:spPr>
          <a:xfrm>
            <a:off x="5015705" y="1640942"/>
            <a:ext cx="2160587" cy="2160588"/>
          </a:xfrm>
        </p:spPr>
        <p:txBody>
          <a:bodyPr/>
          <a:lstStyle/>
          <a:p>
            <a:endParaRPr lang="en-US"/>
          </a:p>
        </p:txBody>
      </p:sp>
      <p:sp>
        <p:nvSpPr>
          <p:cNvPr id="21" name="Picture Placeholder 7">
            <a:extLst>
              <a:ext uri="{FF2B5EF4-FFF2-40B4-BE49-F238E27FC236}">
                <a16:creationId xmlns:a16="http://schemas.microsoft.com/office/drawing/2014/main" id="{344933FE-A401-A841-9AC3-B75285AA32D2}"/>
              </a:ext>
            </a:extLst>
          </p:cNvPr>
          <p:cNvSpPr>
            <a:spLocks noGrp="1"/>
          </p:cNvSpPr>
          <p:nvPr>
            <p:ph type="pic" sz="quarter" idx="25"/>
          </p:nvPr>
        </p:nvSpPr>
        <p:spPr>
          <a:xfrm>
            <a:off x="8569236" y="1640942"/>
            <a:ext cx="2160587" cy="2160588"/>
          </a:xfrm>
        </p:spPr>
        <p:txBody>
          <a:bodyPr/>
          <a:lstStyle/>
          <a:p>
            <a:endParaRPr lang="en-US"/>
          </a:p>
        </p:txBody>
      </p:sp>
    </p:spTree>
    <p:extLst>
      <p:ext uri="{BB962C8B-B14F-4D97-AF65-F5344CB8AC3E}">
        <p14:creationId xmlns:p14="http://schemas.microsoft.com/office/powerpoint/2010/main" val="361163166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End page">
    <p:bg>
      <p:bgPr>
        <a:solidFill>
          <a:schemeClr val="accent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EE2CE188-32E7-4242-9E44-E8055FC030CC}"/>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954002" y="5511600"/>
            <a:ext cx="2242795" cy="397958"/>
          </a:xfrm>
          <a:prstGeom prst="rect">
            <a:avLst/>
          </a:prstGeom>
        </p:spPr>
      </p:pic>
      <p:sp>
        <p:nvSpPr>
          <p:cNvPr id="2" name="Title 1">
            <a:extLst>
              <a:ext uri="{FF2B5EF4-FFF2-40B4-BE49-F238E27FC236}">
                <a16:creationId xmlns:a16="http://schemas.microsoft.com/office/drawing/2014/main" id="{7381B53D-9933-445F-9B68-E730EB38A5A9}"/>
              </a:ext>
            </a:extLst>
          </p:cNvPr>
          <p:cNvSpPr>
            <a:spLocks noGrp="1"/>
          </p:cNvSpPr>
          <p:nvPr>
            <p:ph type="ctrTitle"/>
          </p:nvPr>
        </p:nvSpPr>
        <p:spPr>
          <a:xfrm>
            <a:off x="926844" y="1964352"/>
            <a:ext cx="11828559" cy="1051570"/>
          </a:xfrm>
        </p:spPr>
        <p:txBody>
          <a:bodyPr vert="horz" wrap="none" lIns="0" tIns="0" rIns="0" bIns="0" rtlCol="0" anchor="t" anchorCtr="0">
            <a:noAutofit/>
          </a:bodyPr>
          <a:lstStyle>
            <a:lvl1pPr>
              <a:lnSpc>
                <a:spcPct val="100000"/>
              </a:lnSpc>
              <a:defRPr lang="en-GB" sz="7386" spc="-300" baseline="0" dirty="0">
                <a:solidFill>
                  <a:schemeClr val="bg1"/>
                </a:solidFill>
              </a:defRPr>
            </a:lvl1pPr>
          </a:lstStyle>
          <a:p>
            <a:pPr lvl="0">
              <a:lnSpc>
                <a:spcPts val="8186"/>
              </a:lnSpc>
            </a:pPr>
            <a:r>
              <a:rPr lang="en-US"/>
              <a:t>Click to edit Master title style</a:t>
            </a:r>
            <a:endParaRPr lang="en-GB"/>
          </a:p>
        </p:txBody>
      </p:sp>
      <p:sp>
        <p:nvSpPr>
          <p:cNvPr id="5" name="Footer Placeholder 4">
            <a:extLst>
              <a:ext uri="{FF2B5EF4-FFF2-40B4-BE49-F238E27FC236}">
                <a16:creationId xmlns:a16="http://schemas.microsoft.com/office/drawing/2014/main" id="{CA2BE80A-BFEC-E24A-B510-73A571F1F04F}"/>
              </a:ext>
            </a:extLst>
          </p:cNvPr>
          <p:cNvSpPr>
            <a:spLocks noGrp="1"/>
          </p:cNvSpPr>
          <p:nvPr>
            <p:ph type="ftr" sz="quarter" idx="11"/>
          </p:nvPr>
        </p:nvSpPr>
        <p:spPr>
          <a:xfrm>
            <a:off x="965289" y="779733"/>
            <a:ext cx="7176911" cy="230832"/>
          </a:xfrm>
        </p:spPr>
        <p:txBody>
          <a:bodyPr>
            <a:noAutofit/>
          </a:bodyPr>
          <a:lstStyle>
            <a:lvl1pPr>
              <a:defRPr>
                <a:solidFill>
                  <a:schemeClr val="bg1"/>
                </a:solidFill>
              </a:defRPr>
            </a:lvl1pPr>
          </a:lstStyle>
          <a:p>
            <a:r>
              <a:rPr lang="en-GB"/>
              <a:t>PRESENTATION TITLE (ADD VIA INSERT, HEADER &amp; FOOTER)</a:t>
            </a:r>
            <a:endParaRPr lang="en-GB">
              <a:solidFill>
                <a:schemeClr val="bg1"/>
              </a:solidFill>
            </a:endParaRPr>
          </a:p>
        </p:txBody>
      </p:sp>
      <p:sp>
        <p:nvSpPr>
          <p:cNvPr id="6" name="Slide Number Placeholder 5">
            <a:extLst>
              <a:ext uri="{FF2B5EF4-FFF2-40B4-BE49-F238E27FC236}">
                <a16:creationId xmlns:a16="http://schemas.microsoft.com/office/drawing/2014/main" id="{8E5B25B4-144A-5B4A-8EAD-2022412DF2F1}"/>
              </a:ext>
            </a:extLst>
          </p:cNvPr>
          <p:cNvSpPr>
            <a:spLocks noGrp="1"/>
          </p:cNvSpPr>
          <p:nvPr>
            <p:ph type="sldNum" sz="quarter" idx="12"/>
          </p:nvPr>
        </p:nvSpPr>
        <p:spPr>
          <a:xfrm>
            <a:off x="10616400" y="779733"/>
            <a:ext cx="622800" cy="230832"/>
          </a:xfrm>
        </p:spPr>
        <p:txBody>
          <a:bodyPr wrap="square">
            <a:noAutofit/>
          </a:bodyPr>
          <a:lstStyle>
            <a:lvl1pPr>
              <a:defRPr>
                <a:solidFill>
                  <a:schemeClr val="bg1"/>
                </a:solidFill>
              </a:defRPr>
            </a:lvl1pPr>
          </a:lstStyle>
          <a:p>
            <a:fld id="{E4D355CA-84B7-41B1-B164-8BB439CC7C6B}" type="slidenum">
              <a:rPr lang="en-GB" smtClean="0"/>
              <a:pPr/>
              <a:t>‹#›</a:t>
            </a:fld>
            <a:endParaRPr lang="en-GB"/>
          </a:p>
        </p:txBody>
      </p:sp>
    </p:spTree>
    <p:extLst>
      <p:ext uri="{BB962C8B-B14F-4D97-AF65-F5344CB8AC3E}">
        <p14:creationId xmlns:p14="http://schemas.microsoft.com/office/powerpoint/2010/main" val="8621701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B1A62CF-E2B4-496D-829D-DCE37260977D}"/>
              </a:ext>
            </a:extLst>
          </p:cNvPr>
          <p:cNvSpPr>
            <a:spLocks noGrp="1"/>
          </p:cNvSpPr>
          <p:nvPr>
            <p:ph type="title"/>
          </p:nvPr>
        </p:nvSpPr>
        <p:spPr>
          <a:xfrm>
            <a:off x="954000" y="1890000"/>
            <a:ext cx="10279150" cy="365125"/>
          </a:xfrm>
          <a:prstGeom prst="rect">
            <a:avLst/>
          </a:prstGeom>
        </p:spPr>
        <p:txBody>
          <a:bodyPr vert="horz" lIns="0" tIns="0" rIns="0" bIns="0" rtlCol="0" anchor="t" anchorCtr="0">
            <a:no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DFD84EF4-0E07-4BF3-A4AB-3E8632AA79AD}"/>
              </a:ext>
            </a:extLst>
          </p:cNvPr>
          <p:cNvSpPr>
            <a:spLocks noGrp="1"/>
          </p:cNvSpPr>
          <p:nvPr>
            <p:ph type="body" idx="1"/>
          </p:nvPr>
        </p:nvSpPr>
        <p:spPr>
          <a:xfrm>
            <a:off x="970139" y="2717600"/>
            <a:ext cx="10279150" cy="3175200"/>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GB"/>
              <a:t>Fourth level</a:t>
            </a:r>
          </a:p>
          <a:p>
            <a:pPr lvl="4"/>
            <a:r>
              <a:rPr lang="en-GB" b="1"/>
              <a:t>Fifth level</a:t>
            </a:r>
            <a:endParaRPr lang="en-GB"/>
          </a:p>
        </p:txBody>
      </p:sp>
      <p:sp>
        <p:nvSpPr>
          <p:cNvPr id="5" name="Footer Placeholder 4">
            <a:extLst>
              <a:ext uri="{FF2B5EF4-FFF2-40B4-BE49-F238E27FC236}">
                <a16:creationId xmlns:a16="http://schemas.microsoft.com/office/drawing/2014/main" id="{3B527A5D-B761-4C2F-97E6-5D8254424B8B}"/>
              </a:ext>
            </a:extLst>
          </p:cNvPr>
          <p:cNvSpPr>
            <a:spLocks noGrp="1"/>
          </p:cNvSpPr>
          <p:nvPr>
            <p:ph type="ftr" sz="quarter" idx="3"/>
          </p:nvPr>
        </p:nvSpPr>
        <p:spPr>
          <a:xfrm>
            <a:off x="970139" y="775255"/>
            <a:ext cx="7176911" cy="230832"/>
          </a:xfrm>
          <a:prstGeom prst="rect">
            <a:avLst/>
          </a:prstGeom>
        </p:spPr>
        <p:txBody>
          <a:bodyPr vert="horz" lIns="0" tIns="0" rIns="0" bIns="0" rtlCol="0" anchor="t" anchorCtr="0">
            <a:spAutoFit/>
          </a:bodyPr>
          <a:lstStyle>
            <a:lvl1pPr algn="l">
              <a:defRPr sz="1500">
                <a:solidFill>
                  <a:schemeClr val="tx1">
                    <a:tint val="75000"/>
                  </a:schemeClr>
                </a:solidFill>
              </a:defRPr>
            </a:lvl1pPr>
          </a:lstStyle>
          <a:p>
            <a:r>
              <a:rPr lang="en-GB"/>
              <a:t>PRESENTATION TITLE (ADD VIA INSERT, HEADER &amp; FOOTER)</a:t>
            </a:r>
          </a:p>
        </p:txBody>
      </p:sp>
      <p:sp>
        <p:nvSpPr>
          <p:cNvPr id="6" name="Slide Number Placeholder 5">
            <a:extLst>
              <a:ext uri="{FF2B5EF4-FFF2-40B4-BE49-F238E27FC236}">
                <a16:creationId xmlns:a16="http://schemas.microsoft.com/office/drawing/2014/main" id="{9CD661B1-4E4B-4F85-ACA3-C34023D70282}"/>
              </a:ext>
            </a:extLst>
          </p:cNvPr>
          <p:cNvSpPr>
            <a:spLocks noGrp="1"/>
          </p:cNvSpPr>
          <p:nvPr>
            <p:ph type="sldNum" sz="quarter" idx="4"/>
          </p:nvPr>
        </p:nvSpPr>
        <p:spPr>
          <a:xfrm>
            <a:off x="9821333" y="783355"/>
            <a:ext cx="1400528" cy="230832"/>
          </a:xfrm>
          <a:prstGeom prst="rect">
            <a:avLst/>
          </a:prstGeom>
        </p:spPr>
        <p:txBody>
          <a:bodyPr vert="horz" wrap="square" lIns="0" tIns="0" rIns="0" bIns="0" rtlCol="0" anchor="t" anchorCtr="0">
            <a:spAutoFit/>
          </a:bodyPr>
          <a:lstStyle>
            <a:lvl1pPr algn="r">
              <a:defRPr sz="1500" b="1">
                <a:solidFill>
                  <a:schemeClr val="tx1">
                    <a:tint val="75000"/>
                  </a:schemeClr>
                </a:solidFill>
              </a:defRPr>
            </a:lvl1pPr>
          </a:lstStyle>
          <a:p>
            <a:fld id="{E4D355CA-84B7-41B1-B164-8BB439CC7C6B}" type="slidenum">
              <a:rPr lang="en-GB" smtClean="0"/>
              <a:pPr/>
              <a:t>‹#›</a:t>
            </a:fld>
            <a:endParaRPr lang="en-GB"/>
          </a:p>
        </p:txBody>
      </p:sp>
    </p:spTree>
    <p:extLst>
      <p:ext uri="{BB962C8B-B14F-4D97-AF65-F5344CB8AC3E}">
        <p14:creationId xmlns:p14="http://schemas.microsoft.com/office/powerpoint/2010/main" val="1619008365"/>
      </p:ext>
    </p:extLst>
  </p:cSld>
  <p:clrMap bg1="lt1" tx1="dk1" bg2="lt2" tx2="dk2" accent1="accent1" accent2="accent2" accent3="accent3" accent4="accent4" accent5="accent5" accent6="accent6" hlink="hlink" folHlink="folHlink"/>
  <p:sldLayoutIdLst>
    <p:sldLayoutId id="2147483675" r:id="rId1"/>
    <p:sldLayoutId id="2147483663" r:id="rId2"/>
    <p:sldLayoutId id="2147483677" r:id="rId3"/>
    <p:sldLayoutId id="2147483652" r:id="rId4"/>
    <p:sldLayoutId id="2147483682" r:id="rId5"/>
    <p:sldLayoutId id="2147483721" r:id="rId6"/>
    <p:sldLayoutId id="2147483722" r:id="rId7"/>
    <p:sldLayoutId id="2147483684" r:id="rId8"/>
    <p:sldLayoutId id="2147483685" r:id="rId9"/>
    <p:sldLayoutId id="2147483686" r:id="rId10"/>
    <p:sldLayoutId id="2147483723" r:id="rId11"/>
    <p:sldLayoutId id="2147483706" r:id="rId12"/>
    <p:sldLayoutId id="2147483697" r:id="rId13"/>
  </p:sldLayoutIdLst>
  <p:hf hdr="0" dt="0"/>
  <p:txStyles>
    <p:titleStyle>
      <a:lvl1pPr algn="l" defTabSz="914400" rtl="0" eaLnBrk="1" latinLnBrk="0" hangingPunct="1">
        <a:lnSpc>
          <a:spcPts val="3600"/>
        </a:lnSpc>
        <a:spcBef>
          <a:spcPct val="0"/>
        </a:spcBef>
        <a:buNone/>
        <a:defRPr sz="3600" b="1" kern="2000" spc="-100" baseline="0">
          <a:solidFill>
            <a:srgbClr val="203232"/>
          </a:solidFill>
          <a:latin typeface="+mj-lt"/>
          <a:ea typeface="+mj-ea"/>
          <a:cs typeface="+mj-cs"/>
        </a:defRPr>
      </a:lvl1pPr>
    </p:titleStyle>
    <p:bodyStyle>
      <a:lvl1pPr marL="0" indent="0" algn="l" defTabSz="914400" rtl="0" eaLnBrk="1" latinLnBrk="0" hangingPunct="1">
        <a:lnSpc>
          <a:spcPts val="2880"/>
        </a:lnSpc>
        <a:spcBef>
          <a:spcPts val="0"/>
        </a:spcBef>
        <a:spcAft>
          <a:spcPts val="992"/>
        </a:spcAft>
        <a:buFont typeface="Arial" panose="020B0604020202020204" pitchFamily="34" charset="0"/>
        <a:buNone/>
        <a:defRPr sz="2400" b="1" kern="2000" spc="-100" baseline="0">
          <a:solidFill>
            <a:srgbClr val="203232"/>
          </a:solidFill>
          <a:latin typeface="+mn-lt"/>
          <a:ea typeface="+mn-ea"/>
          <a:cs typeface="+mn-cs"/>
        </a:defRPr>
      </a:lvl1pPr>
      <a:lvl2pPr marL="0" indent="0" algn="l" defTabSz="914400" rtl="0" eaLnBrk="1" latinLnBrk="0" hangingPunct="1">
        <a:lnSpc>
          <a:spcPts val="2880"/>
        </a:lnSpc>
        <a:spcBef>
          <a:spcPts val="0"/>
        </a:spcBef>
        <a:spcAft>
          <a:spcPts val="992"/>
        </a:spcAft>
        <a:buFont typeface="Arial" panose="020B0604020202020204" pitchFamily="34" charset="0"/>
        <a:buNone/>
        <a:defRPr sz="2400" kern="2000" spc="-100" baseline="0">
          <a:solidFill>
            <a:srgbClr val="203232"/>
          </a:solidFill>
          <a:latin typeface="+mn-lt"/>
          <a:ea typeface="+mn-ea"/>
          <a:cs typeface="+mn-cs"/>
        </a:defRPr>
      </a:lvl2pPr>
      <a:lvl3pPr marL="216000" indent="-216000" algn="l" defTabSz="914400" rtl="0" eaLnBrk="1" latinLnBrk="0" hangingPunct="1">
        <a:lnSpc>
          <a:spcPts val="2880"/>
        </a:lnSpc>
        <a:spcBef>
          <a:spcPts val="0"/>
        </a:spcBef>
        <a:spcAft>
          <a:spcPts val="992"/>
        </a:spcAft>
        <a:buFont typeface="Arial" panose="020B0604020202020204" pitchFamily="34" charset="0"/>
        <a:buChar char="■"/>
        <a:defRPr sz="2400" kern="2000" spc="-100" baseline="0">
          <a:solidFill>
            <a:srgbClr val="203232"/>
          </a:solidFill>
          <a:latin typeface="+mn-lt"/>
          <a:ea typeface="+mn-ea"/>
          <a:cs typeface="+mn-cs"/>
        </a:defRPr>
      </a:lvl3pPr>
      <a:lvl4pPr marL="0" indent="0" algn="l" defTabSz="914400" rtl="0" eaLnBrk="1" latinLnBrk="0" hangingPunct="1">
        <a:lnSpc>
          <a:spcPts val="2160"/>
        </a:lnSpc>
        <a:spcBef>
          <a:spcPts val="0"/>
        </a:spcBef>
        <a:buFont typeface="Arial" panose="020B0604020202020204" pitchFamily="34" charset="0"/>
        <a:buNone/>
        <a:defRPr sz="1800" kern="1200">
          <a:solidFill>
            <a:srgbClr val="203232"/>
          </a:solidFill>
          <a:latin typeface="+mn-lt"/>
          <a:ea typeface="+mn-ea"/>
          <a:cs typeface="+mn-cs"/>
        </a:defRPr>
      </a:lvl4pPr>
      <a:lvl5pPr marL="0" indent="0" algn="l" defTabSz="914400" rtl="0" eaLnBrk="1" latinLnBrk="0" hangingPunct="1">
        <a:lnSpc>
          <a:spcPts val="2160"/>
        </a:lnSpc>
        <a:spcBef>
          <a:spcPts val="0"/>
        </a:spcBef>
        <a:buFont typeface="Arial" panose="020B0604020202020204" pitchFamily="34" charset="0"/>
        <a:buNone/>
        <a:defRPr sz="1800" b="1" kern="1200">
          <a:solidFill>
            <a:srgbClr val="20323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840" userDrawn="1">
          <p15:clr>
            <a:srgbClr val="F26B43"/>
          </p15:clr>
        </p15:guide>
        <p15:guide id="4" pos="604" userDrawn="1">
          <p15:clr>
            <a:srgbClr val="F26B43"/>
          </p15:clr>
        </p15:guide>
        <p15:guide id="5" pos="7076" userDrawn="1">
          <p15:clr>
            <a:srgbClr val="F26B43"/>
          </p15:clr>
        </p15:guide>
        <p15:guide id="6" orient="horz" pos="2160" userDrawn="1">
          <p15:clr>
            <a:srgbClr val="F26B43"/>
          </p15:clr>
        </p15:guide>
        <p15:guide id="7" orient="horz" userDrawn="1">
          <p15:clr>
            <a:srgbClr val="F26B43"/>
          </p15:clr>
        </p15:guide>
        <p15:guide id="8" orient="horz" pos="604" userDrawn="1">
          <p15:clr>
            <a:srgbClr val="F26B43"/>
          </p15:clr>
        </p15:guide>
        <p15:guide id="10" orient="horz" pos="3712" userDrawn="1">
          <p15:clr>
            <a:srgbClr val="F26B43"/>
          </p15:clr>
        </p15:guide>
        <p15:guide id="11" orient="horz" pos="1180"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40AEE4-CC66-FE42-B0C3-2CC7AFD37D1C}"/>
              </a:ext>
            </a:extLst>
          </p:cNvPr>
          <p:cNvSpPr>
            <a:spLocks noGrp="1"/>
          </p:cNvSpPr>
          <p:nvPr>
            <p:ph type="ctrTitle"/>
          </p:nvPr>
        </p:nvSpPr>
        <p:spPr/>
        <p:txBody>
          <a:bodyPr>
            <a:normAutofit fontScale="90000"/>
          </a:bodyPr>
          <a:lstStyle/>
          <a:p>
            <a:r>
              <a:rPr lang="en-US" dirty="0"/>
              <a:t>Research Question – </a:t>
            </a:r>
            <a:br>
              <a:rPr lang="en-US" dirty="0"/>
            </a:br>
            <a:r>
              <a:rPr lang="en-US" sz="4000" dirty="0"/>
              <a:t>Tutorial Presentation for Feedback</a:t>
            </a:r>
            <a:br>
              <a:rPr lang="en-US" sz="4000" dirty="0"/>
            </a:br>
            <a:r>
              <a:rPr lang="en-US" sz="2200" dirty="0"/>
              <a:t>Date: </a:t>
            </a:r>
            <a:br>
              <a:rPr lang="en-US" sz="8000" dirty="0"/>
            </a:br>
            <a:endParaRPr lang="en-US" dirty="0"/>
          </a:p>
        </p:txBody>
      </p:sp>
      <p:sp>
        <p:nvSpPr>
          <p:cNvPr id="3" name="Subtitle 2">
            <a:extLst>
              <a:ext uri="{FF2B5EF4-FFF2-40B4-BE49-F238E27FC236}">
                <a16:creationId xmlns:a16="http://schemas.microsoft.com/office/drawing/2014/main" id="{8275DA97-5166-7F4B-BC83-F50AC8BEDCD7}"/>
              </a:ext>
            </a:extLst>
          </p:cNvPr>
          <p:cNvSpPr>
            <a:spLocks noGrp="1"/>
          </p:cNvSpPr>
          <p:nvPr>
            <p:ph type="subTitle" idx="1"/>
          </p:nvPr>
        </p:nvSpPr>
        <p:spPr/>
        <p:txBody>
          <a:bodyPr vert="horz" lIns="0" tIns="0" rIns="0" bIns="0" rtlCol="0" anchor="t">
            <a:noAutofit/>
          </a:bodyPr>
          <a:lstStyle/>
          <a:p>
            <a:r>
              <a:rPr lang="en-US" sz="2000" dirty="0"/>
              <a:t>Group Name:        Group A 151                          Name of Student Presenting: Bhargav Konduru</a:t>
            </a:r>
          </a:p>
        </p:txBody>
      </p:sp>
      <p:sp>
        <p:nvSpPr>
          <p:cNvPr id="4" name="Footer Placeholder 3">
            <a:extLst>
              <a:ext uri="{FF2B5EF4-FFF2-40B4-BE49-F238E27FC236}">
                <a16:creationId xmlns:a16="http://schemas.microsoft.com/office/drawing/2014/main" id="{6E7F4D14-5620-EC41-A86C-6CC3CFD691B4}"/>
              </a:ext>
            </a:extLst>
          </p:cNvPr>
          <p:cNvSpPr>
            <a:spLocks noGrp="1"/>
          </p:cNvSpPr>
          <p:nvPr>
            <p:ph type="ftr" sz="quarter" idx="11"/>
          </p:nvPr>
        </p:nvSpPr>
        <p:spPr>
          <a:xfrm>
            <a:off x="1997057" y="4608001"/>
            <a:ext cx="11094999" cy="1814767"/>
          </a:xfrm>
        </p:spPr>
        <p:txBody>
          <a:bodyPr/>
          <a:lstStyle/>
          <a:p>
            <a:endParaRPr lang="en-GB" dirty="0"/>
          </a:p>
          <a:p>
            <a:r>
              <a:rPr lang="en-GB" dirty="0"/>
              <a:t>			                                                                                                     </a:t>
            </a:r>
            <a:endParaRPr lang="en-GB" dirty="0">
              <a:cs typeface="Arial"/>
            </a:endParaRPr>
          </a:p>
          <a:p>
            <a:r>
              <a:rPr lang="en-GB" sz="1400" dirty="0"/>
              <a:t>			</a:t>
            </a:r>
            <a:endParaRPr lang="en-GB" sz="1400" dirty="0">
              <a:cs typeface="Arial"/>
            </a:endParaRPr>
          </a:p>
          <a:p>
            <a:r>
              <a:rPr lang="en-GB" sz="1400" dirty="0">
                <a:cs typeface="Arial"/>
              </a:rPr>
              <a:t>                                                                                                                                  </a:t>
            </a:r>
          </a:p>
          <a:p>
            <a:r>
              <a:rPr lang="en-GB" dirty="0"/>
              <a:t> </a:t>
            </a:r>
          </a:p>
        </p:txBody>
      </p:sp>
      <p:sp>
        <p:nvSpPr>
          <p:cNvPr id="5" name="TextBox 4">
            <a:extLst>
              <a:ext uri="{FF2B5EF4-FFF2-40B4-BE49-F238E27FC236}">
                <a16:creationId xmlns:a16="http://schemas.microsoft.com/office/drawing/2014/main" id="{1358138B-722A-A342-7037-4F0819A4D57E}"/>
              </a:ext>
            </a:extLst>
          </p:cNvPr>
          <p:cNvSpPr txBox="1"/>
          <p:nvPr/>
        </p:nvSpPr>
        <p:spPr>
          <a:xfrm>
            <a:off x="419548" y="301214"/>
            <a:ext cx="11370833" cy="1477328"/>
          </a:xfrm>
          <a:prstGeom prst="rect">
            <a:avLst/>
          </a:prstGeom>
          <a:noFill/>
        </p:spPr>
        <p:txBody>
          <a:bodyPr wrap="square" rtlCol="0">
            <a:spAutoFit/>
          </a:bodyPr>
          <a:lstStyle/>
          <a:p>
            <a:r>
              <a:rPr lang="en-US" sz="1500" dirty="0">
                <a:solidFill>
                  <a:schemeClr val="bg1"/>
                </a:solidFill>
              </a:rPr>
              <a:t>Module: 7COM1079-2025      Group No : A151                                   Name of Student Attendees:</a:t>
            </a:r>
          </a:p>
          <a:p>
            <a:r>
              <a:rPr lang="en-US" sz="1500" dirty="0">
                <a:solidFill>
                  <a:schemeClr val="bg1"/>
                </a:solidFill>
              </a:rPr>
              <a:t>							Viswas Chowdary Kovi (24109739)</a:t>
            </a:r>
          </a:p>
          <a:p>
            <a:r>
              <a:rPr lang="en-US" sz="1500" dirty="0">
                <a:solidFill>
                  <a:schemeClr val="bg1"/>
                </a:solidFill>
              </a:rPr>
              <a:t>							Meghana Jetti (24160848)</a:t>
            </a:r>
          </a:p>
          <a:p>
            <a:r>
              <a:rPr lang="en-US" sz="1500" dirty="0">
                <a:solidFill>
                  <a:schemeClr val="bg1"/>
                </a:solidFill>
              </a:rPr>
              <a:t>							Bhargav Konduru (24127423)</a:t>
            </a:r>
          </a:p>
          <a:p>
            <a:r>
              <a:rPr lang="en-US" sz="1500" dirty="0">
                <a:solidFill>
                  <a:schemeClr val="bg1"/>
                </a:solidFill>
              </a:rPr>
              <a:t>							Keerthi Chittem (24151430)</a:t>
            </a:r>
          </a:p>
          <a:p>
            <a:r>
              <a:rPr lang="en-US" sz="1500" dirty="0">
                <a:solidFill>
                  <a:schemeClr val="bg1"/>
                </a:solidFill>
              </a:rPr>
              <a:t>							Venkat Reddy Sathi (24154230)</a:t>
            </a:r>
          </a:p>
        </p:txBody>
      </p:sp>
    </p:spTree>
    <p:extLst>
      <p:ext uri="{BB962C8B-B14F-4D97-AF65-F5344CB8AC3E}">
        <p14:creationId xmlns:p14="http://schemas.microsoft.com/office/powerpoint/2010/main" val="414853254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8E3CD731-5ACF-B002-247D-243F6E2149EC}"/>
              </a:ext>
            </a:extLst>
          </p:cNvPr>
          <p:cNvSpPr>
            <a:spLocks noGrp="1"/>
          </p:cNvSpPr>
          <p:nvPr>
            <p:ph type="subTitle" idx="1"/>
          </p:nvPr>
        </p:nvSpPr>
        <p:spPr>
          <a:xfrm>
            <a:off x="965289" y="1147638"/>
            <a:ext cx="9753625" cy="230832"/>
          </a:xfrm>
        </p:spPr>
        <p:txBody>
          <a:bodyPr vert="horz" lIns="0" tIns="0" rIns="0" bIns="0" rtlCol="0" anchor="t">
            <a:noAutofit/>
          </a:bodyPr>
          <a:lstStyle/>
          <a:p>
            <a:pPr>
              <a:spcAft>
                <a:spcPts val="0"/>
              </a:spcAft>
            </a:pPr>
            <a:r>
              <a:rPr lang="en-GB" dirty="0">
                <a:solidFill>
                  <a:srgbClr val="203232"/>
                </a:solidFill>
                <a:cs typeface="Arial"/>
              </a:rPr>
              <a:t>Here is a sample of our dataset: </a:t>
            </a:r>
            <a:endParaRPr lang="en-GB" sz="1800" dirty="0">
              <a:solidFill>
                <a:srgbClr val="FF0000"/>
              </a:solidFill>
              <a:cs typeface="Arial"/>
            </a:endParaRPr>
          </a:p>
        </p:txBody>
      </p:sp>
      <p:sp>
        <p:nvSpPr>
          <p:cNvPr id="3" name="Footer Placeholder 2">
            <a:extLst>
              <a:ext uri="{FF2B5EF4-FFF2-40B4-BE49-F238E27FC236}">
                <a16:creationId xmlns:a16="http://schemas.microsoft.com/office/drawing/2014/main" id="{3C4D431B-7665-75B0-2D73-5BD588DCB766}"/>
              </a:ext>
            </a:extLst>
          </p:cNvPr>
          <p:cNvSpPr>
            <a:spLocks noGrp="1"/>
          </p:cNvSpPr>
          <p:nvPr>
            <p:ph type="ftr" sz="quarter" idx="11"/>
          </p:nvPr>
        </p:nvSpPr>
        <p:spPr/>
        <p:txBody>
          <a:bodyPr/>
          <a:lstStyle/>
          <a:p>
            <a:r>
              <a:rPr lang="en-GB" dirty="0"/>
              <a:t>PRE 7COM1079-2025  Student Group No:  Group A 151</a:t>
            </a:r>
          </a:p>
        </p:txBody>
      </p:sp>
      <p:sp>
        <p:nvSpPr>
          <p:cNvPr id="8" name="Title 7">
            <a:extLst>
              <a:ext uri="{FF2B5EF4-FFF2-40B4-BE49-F238E27FC236}">
                <a16:creationId xmlns:a16="http://schemas.microsoft.com/office/drawing/2014/main" id="{6E140EA5-BB03-811F-4631-603A97631914}"/>
              </a:ext>
            </a:extLst>
          </p:cNvPr>
          <p:cNvSpPr>
            <a:spLocks noGrp="1"/>
          </p:cNvSpPr>
          <p:nvPr>
            <p:ph type="ctrTitle"/>
          </p:nvPr>
        </p:nvSpPr>
        <p:spPr>
          <a:xfrm>
            <a:off x="964884" y="1735771"/>
            <a:ext cx="9965844" cy="2924718"/>
          </a:xfrm>
        </p:spPr>
        <p:txBody>
          <a:bodyPr>
            <a:normAutofit/>
          </a:bodyPr>
          <a:lstStyle/>
          <a:p>
            <a:pPr>
              <a:lnSpc>
                <a:spcPts val="2880"/>
              </a:lnSpc>
              <a:spcBef>
                <a:spcPts val="0"/>
              </a:spcBef>
              <a:spcAft>
                <a:spcPts val="992"/>
              </a:spcAft>
            </a:pPr>
            <a:r>
              <a:rPr lang="en-GB" sz="2000" b="0" dirty="0">
                <a:cs typeface="Arial" panose="020B0604020202020204" pitchFamily="34" charset="0"/>
              </a:rPr>
              <a:t>Dataset ID: fitness_class_2212</a:t>
            </a:r>
            <a:br>
              <a:rPr lang="en-GB" sz="2000" dirty="0">
                <a:cs typeface="Arial"/>
              </a:rPr>
            </a:br>
            <a:r>
              <a:rPr lang="en-GB" sz="2000" b="0" dirty="0">
                <a:cs typeface="Arial" panose="020B0604020202020204" pitchFamily="34" charset="0"/>
              </a:rPr>
              <a:t>Sample Data:</a:t>
            </a:r>
            <a:br>
              <a:rPr lang="en-GB" sz="2000" dirty="0">
                <a:cs typeface="Arial"/>
              </a:rPr>
            </a:br>
            <a:br>
              <a:rPr lang="en-US" sz="2000" dirty="0">
                <a:cs typeface="Arial"/>
              </a:rPr>
            </a:br>
            <a:br>
              <a:rPr lang="en-US" sz="2000" dirty="0">
                <a:cs typeface="Arial"/>
              </a:rPr>
            </a:br>
            <a:br>
              <a:rPr lang="en-US" sz="2000" dirty="0">
                <a:cs typeface="Arial"/>
              </a:rPr>
            </a:br>
            <a:endParaRPr lang="en-US" sz="2000" dirty="0">
              <a:cs typeface="Arial"/>
            </a:endParaRPr>
          </a:p>
        </p:txBody>
      </p:sp>
      <p:sp>
        <p:nvSpPr>
          <p:cNvPr id="5" name="Rectangle 1">
            <a:extLst>
              <a:ext uri="{FF2B5EF4-FFF2-40B4-BE49-F238E27FC236}">
                <a16:creationId xmlns:a16="http://schemas.microsoft.com/office/drawing/2014/main" id="{986BD72A-CA08-8353-D389-993E367FECA6}"/>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Arial" panose="020B0604020202020204" pitchFamily="34" charset="0"/>
              </a:rPr>
              <a:t>ChestPainType</a:t>
            </a:r>
            <a:endParaRPr kumimoji="0" lang="en-US" altLang="en-US" sz="18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graphicFrame>
        <p:nvGraphicFramePr>
          <p:cNvPr id="6" name="Table 5">
            <a:extLst>
              <a:ext uri="{FF2B5EF4-FFF2-40B4-BE49-F238E27FC236}">
                <a16:creationId xmlns:a16="http://schemas.microsoft.com/office/drawing/2014/main" id="{1F0F05B6-C309-362B-5143-6840E9BC18B7}"/>
              </a:ext>
            </a:extLst>
          </p:cNvPr>
          <p:cNvGraphicFramePr>
            <a:graphicFrameLocks noGrp="1"/>
          </p:cNvGraphicFramePr>
          <p:nvPr>
            <p:extLst>
              <p:ext uri="{D42A27DB-BD31-4B8C-83A1-F6EECF244321}">
                <p14:modId xmlns:p14="http://schemas.microsoft.com/office/powerpoint/2010/main" val="881183092"/>
              </p:ext>
            </p:extLst>
          </p:nvPr>
        </p:nvGraphicFramePr>
        <p:xfrm>
          <a:off x="964885" y="2408352"/>
          <a:ext cx="10623479" cy="2966054"/>
        </p:xfrm>
        <a:graphic>
          <a:graphicData uri="http://schemas.openxmlformats.org/drawingml/2006/table">
            <a:tbl>
              <a:tblPr firstRow="1" bandRow="1">
                <a:tableStyleId>{5C22544A-7EE6-4342-B048-85BDC9FD1C3A}</a:tableStyleId>
              </a:tblPr>
              <a:tblGrid>
                <a:gridCol w="1340165">
                  <a:extLst>
                    <a:ext uri="{9D8B030D-6E8A-4147-A177-3AD203B41FA5}">
                      <a16:colId xmlns:a16="http://schemas.microsoft.com/office/drawing/2014/main" val="2973992608"/>
                    </a:ext>
                  </a:extLst>
                </a:gridCol>
                <a:gridCol w="2190750">
                  <a:extLst>
                    <a:ext uri="{9D8B030D-6E8A-4147-A177-3AD203B41FA5}">
                      <a16:colId xmlns:a16="http://schemas.microsoft.com/office/drawing/2014/main" val="1840574696"/>
                    </a:ext>
                  </a:extLst>
                </a:gridCol>
                <a:gridCol w="1047750">
                  <a:extLst>
                    <a:ext uri="{9D8B030D-6E8A-4147-A177-3AD203B41FA5}">
                      <a16:colId xmlns:a16="http://schemas.microsoft.com/office/drawing/2014/main" val="2046814494"/>
                    </a:ext>
                  </a:extLst>
                </a:gridCol>
                <a:gridCol w="1314450">
                  <a:extLst>
                    <a:ext uri="{9D8B030D-6E8A-4147-A177-3AD203B41FA5}">
                      <a16:colId xmlns:a16="http://schemas.microsoft.com/office/drawing/2014/main" val="1215385792"/>
                    </a:ext>
                  </a:extLst>
                </a:gridCol>
                <a:gridCol w="1333748">
                  <a:extLst>
                    <a:ext uri="{9D8B030D-6E8A-4147-A177-3AD203B41FA5}">
                      <a16:colId xmlns:a16="http://schemas.microsoft.com/office/drawing/2014/main" val="1582637811"/>
                    </a:ext>
                  </a:extLst>
                </a:gridCol>
                <a:gridCol w="773430">
                  <a:extLst>
                    <a:ext uri="{9D8B030D-6E8A-4147-A177-3AD203B41FA5}">
                      <a16:colId xmlns:a16="http://schemas.microsoft.com/office/drawing/2014/main" val="338218769"/>
                    </a:ext>
                  </a:extLst>
                </a:gridCol>
                <a:gridCol w="1311593">
                  <a:extLst>
                    <a:ext uri="{9D8B030D-6E8A-4147-A177-3AD203B41FA5}">
                      <a16:colId xmlns:a16="http://schemas.microsoft.com/office/drawing/2014/main" val="2536958360"/>
                    </a:ext>
                  </a:extLst>
                </a:gridCol>
                <a:gridCol w="1311593">
                  <a:extLst>
                    <a:ext uri="{9D8B030D-6E8A-4147-A177-3AD203B41FA5}">
                      <a16:colId xmlns:a16="http://schemas.microsoft.com/office/drawing/2014/main" val="2385688436"/>
                    </a:ext>
                  </a:extLst>
                </a:gridCol>
              </a:tblGrid>
              <a:tr h="984854">
                <a:tc>
                  <a:txBody>
                    <a:bodyPr/>
                    <a:lstStyle/>
                    <a:p>
                      <a:r>
                        <a:rPr lang="en-US" sz="2000" dirty="0"/>
                        <a:t>booking ID</a:t>
                      </a:r>
                    </a:p>
                  </a:txBody>
                  <a:tcPr/>
                </a:tc>
                <a:tc>
                  <a:txBody>
                    <a:bodyPr/>
                    <a:lstStyle/>
                    <a:p>
                      <a:r>
                        <a:rPr lang="en-US" sz="2000" dirty="0" err="1"/>
                        <a:t>months_as_member</a:t>
                      </a:r>
                      <a:endParaRPr lang="en-US" sz="2000" dirty="0"/>
                    </a:p>
                  </a:txBody>
                  <a:tcPr/>
                </a:tc>
                <a:tc>
                  <a:txBody>
                    <a:bodyPr/>
                    <a:lstStyle/>
                    <a:p>
                      <a:r>
                        <a:rPr lang="en-US" sz="2000" dirty="0"/>
                        <a:t>weight</a:t>
                      </a:r>
                    </a:p>
                  </a:txBody>
                  <a:tcPr/>
                </a:tc>
                <a:tc>
                  <a:txBody>
                    <a:bodyPr/>
                    <a:lstStyle/>
                    <a:p>
                      <a:r>
                        <a:rPr lang="en-US" sz="2000" dirty="0" err="1"/>
                        <a:t>Days_before</a:t>
                      </a:r>
                      <a:endParaRPr lang="en-US" sz="2000" dirty="0"/>
                    </a:p>
                  </a:txBody>
                  <a:tcPr/>
                </a:tc>
                <a:tc>
                  <a:txBody>
                    <a:bodyPr/>
                    <a:lstStyle/>
                    <a:p>
                      <a:r>
                        <a:rPr lang="en-US" sz="2000" dirty="0" err="1"/>
                        <a:t>Day_of_week</a:t>
                      </a:r>
                      <a:endParaRPr lang="en-US" sz="2000" dirty="0"/>
                    </a:p>
                  </a:txBody>
                  <a:tcPr/>
                </a:tc>
                <a:tc>
                  <a:txBody>
                    <a:bodyPr/>
                    <a:lstStyle/>
                    <a:p>
                      <a:r>
                        <a:rPr lang="en-US" sz="2000" dirty="0"/>
                        <a:t>time</a:t>
                      </a:r>
                    </a:p>
                  </a:txBody>
                  <a:tcPr/>
                </a:tc>
                <a:tc>
                  <a:txBody>
                    <a:bodyPr/>
                    <a:lstStyle/>
                    <a:p>
                      <a:r>
                        <a:rPr lang="en-US" sz="2000" dirty="0"/>
                        <a:t>category</a:t>
                      </a:r>
                    </a:p>
                  </a:txBody>
                  <a:tcPr/>
                </a:tc>
                <a:tc>
                  <a:txBody>
                    <a:bodyPr/>
                    <a:lstStyle/>
                    <a:p>
                      <a:r>
                        <a:rPr lang="en-US" sz="2000" dirty="0"/>
                        <a:t>attended</a:t>
                      </a:r>
                    </a:p>
                  </a:txBody>
                  <a:tcPr/>
                </a:tc>
                <a:extLst>
                  <a:ext uri="{0D108BD9-81ED-4DB2-BD59-A6C34878D82A}">
                    <a16:rowId xmlns:a16="http://schemas.microsoft.com/office/drawing/2014/main" val="2935445338"/>
                  </a:ext>
                </a:extLst>
              </a:tr>
              <a:tr h="387973">
                <a:tc>
                  <a:txBody>
                    <a:bodyPr/>
                    <a:lstStyle/>
                    <a:p>
                      <a:r>
                        <a:rPr lang="en-US" sz="2000" dirty="0"/>
                        <a:t>1</a:t>
                      </a:r>
                    </a:p>
                  </a:txBody>
                  <a:tcPr/>
                </a:tc>
                <a:tc>
                  <a:txBody>
                    <a:bodyPr/>
                    <a:lstStyle/>
                    <a:p>
                      <a:r>
                        <a:rPr lang="en-US" sz="2000" dirty="0"/>
                        <a:t>17</a:t>
                      </a:r>
                    </a:p>
                  </a:txBody>
                  <a:tcPr/>
                </a:tc>
                <a:tc>
                  <a:txBody>
                    <a:bodyPr/>
                    <a:lstStyle/>
                    <a:p>
                      <a:r>
                        <a:rPr lang="en-US" sz="2000" dirty="0"/>
                        <a:t>79.56</a:t>
                      </a:r>
                    </a:p>
                  </a:txBody>
                  <a:tcPr/>
                </a:tc>
                <a:tc>
                  <a:txBody>
                    <a:bodyPr/>
                    <a:lstStyle/>
                    <a:p>
                      <a:r>
                        <a:rPr lang="en-US" sz="2000" dirty="0"/>
                        <a:t>8</a:t>
                      </a:r>
                    </a:p>
                  </a:txBody>
                  <a:tcPr/>
                </a:tc>
                <a:tc>
                  <a:txBody>
                    <a:bodyPr/>
                    <a:lstStyle/>
                    <a:p>
                      <a:r>
                        <a:rPr lang="en-US" sz="2000" dirty="0"/>
                        <a:t>Wed</a:t>
                      </a:r>
                    </a:p>
                  </a:txBody>
                  <a:tcPr/>
                </a:tc>
                <a:tc>
                  <a:txBody>
                    <a:bodyPr/>
                    <a:lstStyle/>
                    <a:p>
                      <a:r>
                        <a:rPr lang="en-US" sz="2000" dirty="0"/>
                        <a:t>PM</a:t>
                      </a:r>
                    </a:p>
                  </a:txBody>
                  <a:tcPr/>
                </a:tc>
                <a:tc>
                  <a:txBody>
                    <a:bodyPr/>
                    <a:lstStyle/>
                    <a:p>
                      <a:r>
                        <a:rPr lang="en-US" sz="2000" dirty="0"/>
                        <a:t>Strength</a:t>
                      </a:r>
                    </a:p>
                  </a:txBody>
                  <a:tcPr/>
                </a:tc>
                <a:tc>
                  <a:txBody>
                    <a:bodyPr/>
                    <a:lstStyle/>
                    <a:p>
                      <a:r>
                        <a:rPr lang="en-US" sz="2000" dirty="0"/>
                        <a:t>0</a:t>
                      </a:r>
                    </a:p>
                  </a:txBody>
                  <a:tcPr/>
                </a:tc>
                <a:extLst>
                  <a:ext uri="{0D108BD9-81ED-4DB2-BD59-A6C34878D82A}">
                    <a16:rowId xmlns:a16="http://schemas.microsoft.com/office/drawing/2014/main" val="2168944176"/>
                  </a:ext>
                </a:extLst>
              </a:tr>
              <a:tr h="387973">
                <a:tc>
                  <a:txBody>
                    <a:bodyPr/>
                    <a:lstStyle/>
                    <a:p>
                      <a:r>
                        <a:rPr lang="en-US" sz="2000" dirty="0"/>
                        <a:t>2</a:t>
                      </a:r>
                    </a:p>
                  </a:txBody>
                  <a:tcPr/>
                </a:tc>
                <a:tc>
                  <a:txBody>
                    <a:bodyPr/>
                    <a:lstStyle/>
                    <a:p>
                      <a:r>
                        <a:rPr lang="en-US" sz="2000" dirty="0"/>
                        <a:t>10</a:t>
                      </a:r>
                    </a:p>
                  </a:txBody>
                  <a:tcPr/>
                </a:tc>
                <a:tc>
                  <a:txBody>
                    <a:bodyPr/>
                    <a:lstStyle/>
                    <a:p>
                      <a:r>
                        <a:rPr lang="en-US" sz="2000" dirty="0"/>
                        <a:t>79.01</a:t>
                      </a:r>
                    </a:p>
                  </a:txBody>
                  <a:tcPr/>
                </a:tc>
                <a:tc>
                  <a:txBody>
                    <a:bodyPr/>
                    <a:lstStyle/>
                    <a:p>
                      <a:r>
                        <a:rPr lang="en-US" sz="2000" dirty="0"/>
                        <a:t>2</a:t>
                      </a:r>
                    </a:p>
                  </a:txBody>
                  <a:tcPr/>
                </a:tc>
                <a:tc>
                  <a:txBody>
                    <a:bodyPr/>
                    <a:lstStyle/>
                    <a:p>
                      <a:r>
                        <a:rPr lang="en-US" sz="2000" dirty="0"/>
                        <a:t>Mon</a:t>
                      </a:r>
                    </a:p>
                  </a:txBody>
                  <a:tcPr/>
                </a:tc>
                <a:tc>
                  <a:txBody>
                    <a:bodyPr/>
                    <a:lstStyle/>
                    <a:p>
                      <a:r>
                        <a:rPr lang="en-US" sz="2000" dirty="0"/>
                        <a:t>AM</a:t>
                      </a:r>
                    </a:p>
                  </a:txBody>
                  <a:tcPr/>
                </a:tc>
                <a:tc>
                  <a:txBody>
                    <a:bodyPr/>
                    <a:lstStyle/>
                    <a:p>
                      <a:r>
                        <a:rPr lang="en-US" sz="2000" dirty="0"/>
                        <a:t>HIIT</a:t>
                      </a:r>
                    </a:p>
                  </a:txBody>
                  <a:tcPr/>
                </a:tc>
                <a:tc>
                  <a:txBody>
                    <a:bodyPr/>
                    <a:lstStyle/>
                    <a:p>
                      <a:r>
                        <a:rPr lang="en-US" sz="2000" dirty="0"/>
                        <a:t>0</a:t>
                      </a:r>
                    </a:p>
                  </a:txBody>
                  <a:tcPr/>
                </a:tc>
                <a:extLst>
                  <a:ext uri="{0D108BD9-81ED-4DB2-BD59-A6C34878D82A}">
                    <a16:rowId xmlns:a16="http://schemas.microsoft.com/office/drawing/2014/main" val="574940168"/>
                  </a:ext>
                </a:extLst>
              </a:tr>
              <a:tr h="387973">
                <a:tc>
                  <a:txBody>
                    <a:bodyPr/>
                    <a:lstStyle/>
                    <a:p>
                      <a:r>
                        <a:rPr lang="en-US" sz="2000" dirty="0"/>
                        <a:t>3</a:t>
                      </a:r>
                    </a:p>
                  </a:txBody>
                  <a:tcPr/>
                </a:tc>
                <a:tc>
                  <a:txBody>
                    <a:bodyPr/>
                    <a:lstStyle/>
                    <a:p>
                      <a:r>
                        <a:rPr lang="en-US" sz="2000" dirty="0"/>
                        <a:t>16</a:t>
                      </a:r>
                    </a:p>
                  </a:txBody>
                  <a:tcPr/>
                </a:tc>
                <a:tc>
                  <a:txBody>
                    <a:bodyPr/>
                    <a:lstStyle/>
                    <a:p>
                      <a:r>
                        <a:rPr lang="en-US" sz="2000" dirty="0"/>
                        <a:t>74.53</a:t>
                      </a:r>
                    </a:p>
                  </a:txBody>
                  <a:tcPr/>
                </a:tc>
                <a:tc>
                  <a:txBody>
                    <a:bodyPr/>
                    <a:lstStyle/>
                    <a:p>
                      <a:r>
                        <a:rPr lang="en-US" sz="2000" dirty="0"/>
                        <a:t>14</a:t>
                      </a:r>
                    </a:p>
                  </a:txBody>
                  <a:tcPr/>
                </a:tc>
                <a:tc>
                  <a:txBody>
                    <a:bodyPr/>
                    <a:lstStyle/>
                    <a:p>
                      <a:r>
                        <a:rPr lang="en-US" sz="2000" dirty="0"/>
                        <a:t>Sun</a:t>
                      </a:r>
                    </a:p>
                  </a:txBody>
                  <a:tcPr/>
                </a:tc>
                <a:tc>
                  <a:txBody>
                    <a:bodyPr/>
                    <a:lstStyle/>
                    <a:p>
                      <a:r>
                        <a:rPr lang="en-US" sz="2000" dirty="0"/>
                        <a:t>AM</a:t>
                      </a:r>
                    </a:p>
                  </a:txBody>
                  <a:tcPr/>
                </a:tc>
                <a:tc>
                  <a:txBody>
                    <a:bodyPr/>
                    <a:lstStyle/>
                    <a:p>
                      <a:r>
                        <a:rPr lang="en-US" sz="2000" dirty="0"/>
                        <a:t>Strength</a:t>
                      </a:r>
                    </a:p>
                  </a:txBody>
                  <a:tcPr/>
                </a:tc>
                <a:tc>
                  <a:txBody>
                    <a:bodyPr/>
                    <a:lstStyle/>
                    <a:p>
                      <a:r>
                        <a:rPr lang="en-US" sz="2000" dirty="0"/>
                        <a:t>0</a:t>
                      </a:r>
                    </a:p>
                  </a:txBody>
                  <a:tcPr/>
                </a:tc>
                <a:extLst>
                  <a:ext uri="{0D108BD9-81ED-4DB2-BD59-A6C34878D82A}">
                    <a16:rowId xmlns:a16="http://schemas.microsoft.com/office/drawing/2014/main" val="496792269"/>
                  </a:ext>
                </a:extLst>
              </a:tr>
              <a:tr h="387973">
                <a:tc>
                  <a:txBody>
                    <a:bodyPr/>
                    <a:lstStyle/>
                    <a:p>
                      <a:r>
                        <a:rPr lang="en-US" sz="2000" dirty="0"/>
                        <a:t>4</a:t>
                      </a:r>
                    </a:p>
                  </a:txBody>
                  <a:tcPr/>
                </a:tc>
                <a:tc>
                  <a:txBody>
                    <a:bodyPr/>
                    <a:lstStyle/>
                    <a:p>
                      <a:r>
                        <a:rPr lang="en-US" sz="2000" dirty="0"/>
                        <a:t>5</a:t>
                      </a:r>
                    </a:p>
                  </a:txBody>
                  <a:tcPr/>
                </a:tc>
                <a:tc>
                  <a:txBody>
                    <a:bodyPr/>
                    <a:lstStyle/>
                    <a:p>
                      <a:r>
                        <a:rPr lang="en-US" sz="2000" dirty="0"/>
                        <a:t>86.12</a:t>
                      </a:r>
                    </a:p>
                  </a:txBody>
                  <a:tcPr/>
                </a:tc>
                <a:tc>
                  <a:txBody>
                    <a:bodyPr/>
                    <a:lstStyle/>
                    <a:p>
                      <a:r>
                        <a:rPr lang="en-US" sz="2000" dirty="0"/>
                        <a:t>10</a:t>
                      </a:r>
                    </a:p>
                  </a:txBody>
                  <a:tcPr/>
                </a:tc>
                <a:tc>
                  <a:txBody>
                    <a:bodyPr/>
                    <a:lstStyle/>
                    <a:p>
                      <a:r>
                        <a:rPr lang="en-US" sz="2000" dirty="0"/>
                        <a:t>Fri</a:t>
                      </a:r>
                    </a:p>
                  </a:txBody>
                  <a:tcPr/>
                </a:tc>
                <a:tc>
                  <a:txBody>
                    <a:bodyPr/>
                    <a:lstStyle/>
                    <a:p>
                      <a:r>
                        <a:rPr lang="en-US" sz="2000" dirty="0"/>
                        <a:t>AM</a:t>
                      </a:r>
                    </a:p>
                  </a:txBody>
                  <a:tcPr/>
                </a:tc>
                <a:tc>
                  <a:txBody>
                    <a:bodyPr/>
                    <a:lstStyle/>
                    <a:p>
                      <a:r>
                        <a:rPr lang="en-US" sz="2000" dirty="0"/>
                        <a:t>Cycling</a:t>
                      </a:r>
                    </a:p>
                  </a:txBody>
                  <a:tcPr/>
                </a:tc>
                <a:tc>
                  <a:txBody>
                    <a:bodyPr/>
                    <a:lstStyle/>
                    <a:p>
                      <a:r>
                        <a:rPr lang="en-US" sz="2000" dirty="0"/>
                        <a:t>0</a:t>
                      </a:r>
                    </a:p>
                  </a:txBody>
                  <a:tcPr/>
                </a:tc>
                <a:extLst>
                  <a:ext uri="{0D108BD9-81ED-4DB2-BD59-A6C34878D82A}">
                    <a16:rowId xmlns:a16="http://schemas.microsoft.com/office/drawing/2014/main" val="1189374461"/>
                  </a:ext>
                </a:extLst>
              </a:tr>
              <a:tr h="387973">
                <a:tc>
                  <a:txBody>
                    <a:bodyPr/>
                    <a:lstStyle/>
                    <a:p>
                      <a:r>
                        <a:rPr lang="en-US" sz="2000" dirty="0"/>
                        <a:t>5</a:t>
                      </a:r>
                    </a:p>
                  </a:txBody>
                  <a:tcPr/>
                </a:tc>
                <a:tc>
                  <a:txBody>
                    <a:bodyPr/>
                    <a:lstStyle/>
                    <a:p>
                      <a:r>
                        <a:rPr lang="en-US" sz="2000" dirty="0"/>
                        <a:t>15</a:t>
                      </a:r>
                    </a:p>
                  </a:txBody>
                  <a:tcPr/>
                </a:tc>
                <a:tc>
                  <a:txBody>
                    <a:bodyPr/>
                    <a:lstStyle/>
                    <a:p>
                      <a:r>
                        <a:rPr lang="en-US" sz="2000" dirty="0"/>
                        <a:t>69.29</a:t>
                      </a:r>
                    </a:p>
                  </a:txBody>
                  <a:tcPr/>
                </a:tc>
                <a:tc>
                  <a:txBody>
                    <a:bodyPr/>
                    <a:lstStyle/>
                    <a:p>
                      <a:r>
                        <a:rPr lang="en-US" sz="2000" dirty="0"/>
                        <a:t>8</a:t>
                      </a:r>
                    </a:p>
                  </a:txBody>
                  <a:tcPr/>
                </a:tc>
                <a:tc>
                  <a:txBody>
                    <a:bodyPr/>
                    <a:lstStyle/>
                    <a:p>
                      <a:r>
                        <a:rPr lang="en-US" sz="2000" dirty="0"/>
                        <a:t>Thu</a:t>
                      </a:r>
                    </a:p>
                  </a:txBody>
                  <a:tcPr/>
                </a:tc>
                <a:tc>
                  <a:txBody>
                    <a:bodyPr/>
                    <a:lstStyle/>
                    <a:p>
                      <a:r>
                        <a:rPr lang="en-US" sz="2000" dirty="0"/>
                        <a:t>AM</a:t>
                      </a:r>
                    </a:p>
                  </a:txBody>
                  <a:tcPr/>
                </a:tc>
                <a:tc>
                  <a:txBody>
                    <a:bodyPr/>
                    <a:lstStyle/>
                    <a:p>
                      <a:r>
                        <a:rPr lang="en-US" sz="2000" dirty="0"/>
                        <a:t>HIT</a:t>
                      </a:r>
                    </a:p>
                  </a:txBody>
                  <a:tcPr/>
                </a:tc>
                <a:tc>
                  <a:txBody>
                    <a:bodyPr/>
                    <a:lstStyle/>
                    <a:p>
                      <a:r>
                        <a:rPr lang="en-US" sz="2000" dirty="0"/>
                        <a:t>0</a:t>
                      </a:r>
                    </a:p>
                  </a:txBody>
                  <a:tcPr/>
                </a:tc>
                <a:extLst>
                  <a:ext uri="{0D108BD9-81ED-4DB2-BD59-A6C34878D82A}">
                    <a16:rowId xmlns:a16="http://schemas.microsoft.com/office/drawing/2014/main" val="3168817618"/>
                  </a:ext>
                </a:extLst>
              </a:tr>
            </a:tbl>
          </a:graphicData>
        </a:graphic>
      </p:graphicFrame>
    </p:spTree>
    <p:extLst>
      <p:ext uri="{BB962C8B-B14F-4D97-AF65-F5344CB8AC3E}">
        <p14:creationId xmlns:p14="http://schemas.microsoft.com/office/powerpoint/2010/main" val="7130926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7AED4A24-D83D-ED03-DC35-1D25B0B2A165}"/>
              </a:ext>
            </a:extLst>
          </p:cNvPr>
          <p:cNvSpPr>
            <a:spLocks noGrp="1"/>
          </p:cNvSpPr>
          <p:nvPr>
            <p:ph type="subTitle" idx="1"/>
          </p:nvPr>
        </p:nvSpPr>
        <p:spPr>
          <a:xfrm>
            <a:off x="966277" y="344123"/>
            <a:ext cx="9650123" cy="5400460"/>
          </a:xfrm>
        </p:spPr>
        <p:txBody>
          <a:bodyPr vert="horz" lIns="0" tIns="0" rIns="0" bIns="0" rtlCol="0" anchor="t">
            <a:noAutofit/>
          </a:bodyPr>
          <a:lstStyle/>
          <a:p>
            <a:pPr>
              <a:lnSpc>
                <a:spcPct val="100000"/>
              </a:lnSpc>
            </a:pPr>
            <a:r>
              <a:rPr lang="en-GB" sz="1400" dirty="0"/>
              <a:t>Dataset Relevance + Variable Selection (Revised for Your Research Question)</a:t>
            </a:r>
          </a:p>
          <a:p>
            <a:pPr>
              <a:lnSpc>
                <a:spcPct val="100000"/>
              </a:lnSpc>
            </a:pPr>
            <a:r>
              <a:rPr lang="en-GB" sz="1400" dirty="0"/>
              <a:t>Data Relevance:</a:t>
            </a:r>
          </a:p>
          <a:p>
            <a:pPr>
              <a:lnSpc>
                <a:spcPct val="100000"/>
              </a:lnSpc>
            </a:pPr>
            <a:r>
              <a:rPr lang="en-GB" sz="1400" b="0" dirty="0"/>
              <a:t>The </a:t>
            </a:r>
            <a:r>
              <a:rPr lang="en-GB" sz="1400" b="0" i="1" dirty="0"/>
              <a:t>fitness-class-2212</a:t>
            </a:r>
            <a:r>
              <a:rPr lang="en-GB" sz="1400" b="0" dirty="0"/>
              <a:t> dataset provides meaningful information about participant behaviour across different types of fitness classes. Understanding attendance patterns in HIIT versus Strength classes can help fitness centres allocate resources efficiently, optimise class scheduling, and tailor programmes to meet participant preferences. Since class popularity influences staffing, facility planning, and programme design, analysing differences in attendance proportions addresses a practical, real-world issue in fitness management and public wellness.</a:t>
            </a:r>
          </a:p>
          <a:p>
            <a:pPr>
              <a:lnSpc>
                <a:spcPct val="100000"/>
              </a:lnSpc>
            </a:pPr>
            <a:r>
              <a:rPr lang="en-GB" sz="1400" dirty="0"/>
              <a:t>Variable Selection:</a:t>
            </a:r>
          </a:p>
          <a:p>
            <a:pPr>
              <a:lnSpc>
                <a:spcPct val="100000"/>
              </a:lnSpc>
            </a:pPr>
            <a:r>
              <a:rPr lang="en-GB" sz="1400" dirty="0"/>
              <a:t>Independent Variable (IV)</a:t>
            </a:r>
          </a:p>
          <a:p>
            <a:pPr>
              <a:lnSpc>
                <a:spcPct val="100000"/>
              </a:lnSpc>
            </a:pPr>
            <a:r>
              <a:rPr lang="en-GB" sz="1400" b="0" dirty="0"/>
              <a:t>Name: Class Type</a:t>
            </a:r>
            <a:br>
              <a:rPr lang="en-GB" sz="1400" b="0" dirty="0"/>
            </a:br>
            <a:r>
              <a:rPr lang="en-GB" sz="1400" b="0" dirty="0"/>
              <a:t>Datatype: Nominal (HIIT, Strength)</a:t>
            </a:r>
            <a:br>
              <a:rPr lang="en-GB" sz="1400" b="0" dirty="0"/>
            </a:br>
            <a:r>
              <a:rPr lang="en-GB" sz="1400" b="0" dirty="0"/>
              <a:t>Why Chosen:</a:t>
            </a:r>
            <a:br>
              <a:rPr lang="en-GB" sz="1400" b="0" dirty="0"/>
            </a:br>
            <a:r>
              <a:rPr lang="en-GB" sz="1400" b="0" dirty="0"/>
              <a:t>This variable represents the two groups being compared. It allows examination of whether attendance differs depending on the type of fitness class offered. By categorising participants into HIIT and Strength groups, we can assess whether class format influences turnout rates.</a:t>
            </a:r>
          </a:p>
          <a:p>
            <a:pPr>
              <a:lnSpc>
                <a:spcPct val="100000"/>
              </a:lnSpc>
            </a:pPr>
            <a:r>
              <a:rPr lang="en-GB" sz="1400" dirty="0"/>
              <a:t>Dependent Variable (DV)</a:t>
            </a:r>
          </a:p>
          <a:p>
            <a:pPr>
              <a:lnSpc>
                <a:spcPct val="100000"/>
              </a:lnSpc>
            </a:pPr>
            <a:r>
              <a:rPr lang="en-GB" sz="1400" b="0" dirty="0"/>
              <a:t>Name: Attendance</a:t>
            </a:r>
            <a:br>
              <a:rPr lang="en-GB" sz="1400" b="0" dirty="0"/>
            </a:br>
            <a:r>
              <a:rPr lang="en-GB" sz="1400" b="0" dirty="0"/>
              <a:t>Datatype: Nominal (Attended, Not Attended) — or binary count data as needed</a:t>
            </a:r>
            <a:br>
              <a:rPr lang="en-GB" sz="1400" b="0" dirty="0"/>
            </a:br>
            <a:r>
              <a:rPr lang="en-GB" sz="1400" b="0" dirty="0"/>
              <a:t>Why Chosen:</a:t>
            </a:r>
            <a:br>
              <a:rPr lang="en-GB" sz="1400" b="0" dirty="0"/>
            </a:br>
            <a:r>
              <a:rPr lang="en-GB" sz="1400" b="0" dirty="0"/>
              <a:t>Attendance is the outcome used to evaluate popularity and participant engagement in each class type. It directly measures whether individuals chose to attend a session, making it suitable for analysing differences in attendance proportions between HIIT and Strength classes.</a:t>
            </a:r>
          </a:p>
          <a:p>
            <a:pPr>
              <a:lnSpc>
                <a:spcPct val="100000"/>
              </a:lnSpc>
            </a:pPr>
            <a:endParaRPr lang="en-US" sz="1400" b="0" dirty="0">
              <a:cs typeface="Arial"/>
            </a:endParaRPr>
          </a:p>
        </p:txBody>
      </p:sp>
      <p:sp>
        <p:nvSpPr>
          <p:cNvPr id="3" name="Footer Placeholder 2">
            <a:extLst>
              <a:ext uri="{FF2B5EF4-FFF2-40B4-BE49-F238E27FC236}">
                <a16:creationId xmlns:a16="http://schemas.microsoft.com/office/drawing/2014/main" id="{1D0B0A94-7446-4C72-3125-FE6F32289A5E}"/>
              </a:ext>
            </a:extLst>
          </p:cNvPr>
          <p:cNvSpPr>
            <a:spLocks noGrp="1"/>
          </p:cNvSpPr>
          <p:nvPr>
            <p:ph type="ftr" sz="quarter" idx="11"/>
          </p:nvPr>
        </p:nvSpPr>
        <p:spPr>
          <a:xfrm>
            <a:off x="6260951" y="688488"/>
            <a:ext cx="1881683" cy="108247"/>
          </a:xfrm>
        </p:spPr>
        <p:txBody>
          <a:bodyPr/>
          <a:lstStyle/>
          <a:p>
            <a:r>
              <a:rPr lang="en-GB" dirty="0"/>
              <a:t>.</a:t>
            </a:r>
          </a:p>
        </p:txBody>
      </p:sp>
      <p:sp>
        <p:nvSpPr>
          <p:cNvPr id="4" name="Slide Number Placeholder 3">
            <a:extLst>
              <a:ext uri="{FF2B5EF4-FFF2-40B4-BE49-F238E27FC236}">
                <a16:creationId xmlns:a16="http://schemas.microsoft.com/office/drawing/2014/main" id="{942FF8B6-5723-16C5-28C3-CE485A633843}"/>
              </a:ext>
            </a:extLst>
          </p:cNvPr>
          <p:cNvSpPr>
            <a:spLocks noGrp="1"/>
          </p:cNvSpPr>
          <p:nvPr>
            <p:ph type="sldNum" sz="quarter" idx="12"/>
          </p:nvPr>
        </p:nvSpPr>
        <p:spPr/>
        <p:txBody>
          <a:bodyPr/>
          <a:lstStyle/>
          <a:p>
            <a:r>
              <a:rPr lang="en-GB" dirty="0"/>
              <a:t>.</a:t>
            </a:r>
          </a:p>
        </p:txBody>
      </p:sp>
    </p:spTree>
    <p:extLst>
      <p:ext uri="{BB962C8B-B14F-4D97-AF65-F5344CB8AC3E}">
        <p14:creationId xmlns:p14="http://schemas.microsoft.com/office/powerpoint/2010/main" val="143612752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9905BD2A-D851-088F-563C-ACFE7BE1330C}"/>
              </a:ext>
            </a:extLst>
          </p:cNvPr>
          <p:cNvSpPr>
            <a:spLocks noGrp="1"/>
          </p:cNvSpPr>
          <p:nvPr>
            <p:ph type="subTitle" idx="1"/>
          </p:nvPr>
        </p:nvSpPr>
        <p:spPr>
          <a:xfrm>
            <a:off x="965289" y="625150"/>
            <a:ext cx="10107323" cy="3900368"/>
          </a:xfrm>
        </p:spPr>
        <p:txBody>
          <a:bodyPr vert="horz" lIns="0" tIns="0" rIns="0" bIns="0" rtlCol="0" anchor="t">
            <a:noAutofit/>
          </a:bodyPr>
          <a:lstStyle/>
          <a:p>
            <a:r>
              <a:rPr lang="en-US" sz="2000" dirty="0">
                <a:cs typeface="Arial"/>
              </a:rPr>
              <a:t>Research Question:</a:t>
            </a:r>
          </a:p>
          <a:p>
            <a:r>
              <a:rPr lang="en-US" sz="1800" b="0" dirty="0">
                <a:cs typeface="Arial"/>
              </a:rPr>
              <a:t>Exploring Class Timing Impact </a:t>
            </a:r>
          </a:p>
          <a:p>
            <a:r>
              <a:rPr lang="en-US" sz="1800" b="0" dirty="0">
                <a:cs typeface="Arial"/>
              </a:rPr>
              <a:t>Standard Question Template: "</a:t>
            </a:r>
            <a:r>
              <a:rPr lang="en-GB" sz="1800" b="0" dirty="0"/>
              <a:t> Is there a difference in proportion between HIIT and Strength classes?</a:t>
            </a:r>
            <a:r>
              <a:rPr lang="en-US" sz="1800" b="0" dirty="0">
                <a:cs typeface="Arial"/>
              </a:rPr>
              <a:t> "</a:t>
            </a:r>
            <a:endParaRPr lang="en-US" sz="1800" b="0" dirty="0"/>
          </a:p>
          <a:p>
            <a:r>
              <a:rPr lang="en-US" sz="1800" b="0" dirty="0">
                <a:cs typeface="Arial"/>
              </a:rPr>
              <a:t>Our Specific Research Question is:</a:t>
            </a:r>
          </a:p>
          <a:p>
            <a:r>
              <a:rPr lang="en-GB" sz="1800" b="0" dirty="0"/>
              <a:t>Is the proportion of attendance significantly different between HIIT and Strength classes? </a:t>
            </a:r>
          </a:p>
          <a:p>
            <a:r>
              <a:rPr lang="en-GB" sz="1800" b="0" dirty="0"/>
              <a:t>The research question this paper seeks to establish is whether the proportion of attendance in HIIT classes is significantly different from that of Strength classes, which will provide insight into which class type is more popular among participants.</a:t>
            </a:r>
            <a:endParaRPr lang="en-US" sz="1800" b="0" dirty="0">
              <a:cs typeface="Arial"/>
            </a:endParaRPr>
          </a:p>
        </p:txBody>
      </p:sp>
      <p:sp>
        <p:nvSpPr>
          <p:cNvPr id="3" name="Footer Placeholder 2">
            <a:extLst>
              <a:ext uri="{FF2B5EF4-FFF2-40B4-BE49-F238E27FC236}">
                <a16:creationId xmlns:a16="http://schemas.microsoft.com/office/drawing/2014/main" id="{D504A035-ECA3-BDB6-1879-268CA8D40F3D}"/>
              </a:ext>
            </a:extLst>
          </p:cNvPr>
          <p:cNvSpPr>
            <a:spLocks noGrp="1"/>
          </p:cNvSpPr>
          <p:nvPr>
            <p:ph type="ftr" sz="quarter" idx="11"/>
          </p:nvPr>
        </p:nvSpPr>
        <p:spPr/>
        <p:txBody>
          <a:bodyPr/>
          <a:lstStyle/>
          <a:p>
            <a:r>
              <a:rPr lang="en-GB" dirty="0"/>
              <a:t>.</a:t>
            </a:r>
          </a:p>
        </p:txBody>
      </p:sp>
    </p:spTree>
    <p:extLst>
      <p:ext uri="{BB962C8B-B14F-4D97-AF65-F5344CB8AC3E}">
        <p14:creationId xmlns:p14="http://schemas.microsoft.com/office/powerpoint/2010/main" val="16855163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6B64221B-D6D4-E382-A91A-99FF908D5475}"/>
              </a:ext>
            </a:extLst>
          </p:cNvPr>
          <p:cNvSpPr>
            <a:spLocks noGrp="1"/>
          </p:cNvSpPr>
          <p:nvPr>
            <p:ph type="subTitle" idx="1"/>
          </p:nvPr>
        </p:nvSpPr>
        <p:spPr>
          <a:xfrm>
            <a:off x="364176" y="394997"/>
            <a:ext cx="10406581" cy="4636537"/>
          </a:xfrm>
        </p:spPr>
        <p:txBody>
          <a:bodyPr vert="horz" lIns="0" tIns="0" rIns="0" bIns="0" rtlCol="0" anchor="t">
            <a:noAutofit/>
          </a:bodyPr>
          <a:lstStyle/>
          <a:p>
            <a:pPr>
              <a:lnSpc>
                <a:spcPct val="100000"/>
              </a:lnSpc>
            </a:pPr>
            <a:r>
              <a:rPr lang="en-GB" sz="2000" dirty="0">
                <a:solidFill>
                  <a:schemeClr val="tx1"/>
                </a:solidFill>
                <a:latin typeface="Arial"/>
                <a:cs typeface="Arial"/>
              </a:rPr>
              <a:t>Hypothesis: Formulating Expectations</a:t>
            </a:r>
            <a:endParaRPr lang="en-GB" sz="2000" b="0" dirty="0">
              <a:solidFill>
                <a:schemeClr val="tx1"/>
              </a:solidFill>
              <a:latin typeface="Arial"/>
              <a:cs typeface="Arial"/>
            </a:endParaRPr>
          </a:p>
          <a:p>
            <a:pPr marL="457200" indent="-457200">
              <a:lnSpc>
                <a:spcPct val="100000"/>
              </a:lnSpc>
              <a:buAutoNum type="arabicPeriod"/>
            </a:pPr>
            <a:endParaRPr lang="en-GB" sz="2000" b="0" dirty="0">
              <a:solidFill>
                <a:schemeClr val="tx1"/>
              </a:solidFill>
              <a:latin typeface="Arial"/>
              <a:cs typeface="Arial"/>
            </a:endParaRPr>
          </a:p>
          <a:p>
            <a:pPr marL="457200" indent="-457200">
              <a:lnSpc>
                <a:spcPct val="100000"/>
              </a:lnSpc>
              <a:buAutoNum type="arabicPeriod"/>
            </a:pPr>
            <a:r>
              <a:rPr lang="en-GB" sz="1800" b="0" dirty="0">
                <a:solidFill>
                  <a:schemeClr val="tx1"/>
                </a:solidFill>
                <a:cs typeface="Arial"/>
              </a:rPr>
              <a:t>Null hypothesis (H</a:t>
            </a:r>
            <a:r>
              <a:rPr lang="en-GB" sz="1800" b="0" baseline="-25000" dirty="0">
                <a:solidFill>
                  <a:schemeClr val="tx1"/>
                </a:solidFill>
                <a:cs typeface="Arial"/>
              </a:rPr>
              <a:t>0</a:t>
            </a:r>
            <a:r>
              <a:rPr lang="en-GB" sz="1800" b="0" dirty="0">
                <a:solidFill>
                  <a:schemeClr val="tx1"/>
                </a:solidFill>
                <a:cs typeface="Arial"/>
              </a:rPr>
              <a:t>): </a:t>
            </a:r>
          </a:p>
          <a:p>
            <a:pPr>
              <a:lnSpc>
                <a:spcPct val="100000"/>
              </a:lnSpc>
            </a:pPr>
            <a:r>
              <a:rPr lang="en-US" sz="1800" b="0" dirty="0"/>
              <a:t>There is no difference between the mean calories burned on the participants who attend morning fitness classes and evening fitness classes.</a:t>
            </a:r>
          </a:p>
          <a:p>
            <a:pPr>
              <a:lnSpc>
                <a:spcPct val="100000"/>
              </a:lnSpc>
            </a:pPr>
            <a:r>
              <a:rPr lang="en-US" sz="1800" b="0" dirty="0"/>
              <a:t>According to this hypothesis, there is no effect of timing of classes on caloric expenditure.</a:t>
            </a:r>
          </a:p>
          <a:p>
            <a:pPr>
              <a:lnSpc>
                <a:spcPct val="100000"/>
              </a:lnSpc>
            </a:pPr>
            <a:endParaRPr lang="en-US" sz="1800" b="0" i="1" dirty="0">
              <a:solidFill>
                <a:schemeClr val="tx1"/>
              </a:solidFill>
              <a:cs typeface="Arial"/>
            </a:endParaRPr>
          </a:p>
          <a:p>
            <a:pPr marL="457200" indent="-457200">
              <a:lnSpc>
                <a:spcPct val="100000"/>
              </a:lnSpc>
              <a:buAutoNum type="arabicPeriod" startAt="2"/>
            </a:pPr>
            <a:r>
              <a:rPr lang="en-GB" sz="1800" b="0" dirty="0">
                <a:cs typeface="Arial"/>
              </a:rPr>
              <a:t>Alternative hypothesis (H</a:t>
            </a:r>
            <a:r>
              <a:rPr lang="en-GB" sz="1800" b="0" baseline="-25000" dirty="0">
                <a:cs typeface="Arial"/>
              </a:rPr>
              <a:t>1</a:t>
            </a:r>
            <a:r>
              <a:rPr lang="en-GB" sz="1800" b="0" dirty="0">
                <a:cs typeface="Arial"/>
              </a:rPr>
              <a:t>): </a:t>
            </a:r>
          </a:p>
          <a:p>
            <a:pPr>
              <a:lnSpc>
                <a:spcPct val="100000"/>
              </a:lnSpc>
            </a:pPr>
            <a:r>
              <a:rPr lang="en-GB" sz="1800" b="0" dirty="0">
                <a:cs typeface="Arial"/>
              </a:rPr>
              <a:t>The difference in mean calories burned among participants in morning fitness classes and evening fitness classes is different.</a:t>
            </a:r>
          </a:p>
          <a:p>
            <a:pPr>
              <a:lnSpc>
                <a:spcPct val="100000"/>
              </a:lnSpc>
            </a:pPr>
            <a:r>
              <a:rPr lang="en-GB" sz="1800" b="0" dirty="0">
                <a:solidFill>
                  <a:schemeClr val="tx1"/>
                </a:solidFill>
                <a:cs typeface="Arial"/>
              </a:rPr>
              <a:t>This theory assumes the existence of a effect of class timing on caloric expenditure.</a:t>
            </a:r>
          </a:p>
        </p:txBody>
      </p:sp>
    </p:spTree>
    <p:extLst>
      <p:ext uri="{BB962C8B-B14F-4D97-AF65-F5344CB8AC3E}">
        <p14:creationId xmlns:p14="http://schemas.microsoft.com/office/powerpoint/2010/main" val="295233847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3BFDF4AA-96E4-8793-7BE2-62E6BFDEB334}"/>
              </a:ext>
            </a:extLst>
          </p:cNvPr>
          <p:cNvSpPr>
            <a:spLocks noGrp="1"/>
          </p:cNvSpPr>
          <p:nvPr>
            <p:ph type="subTitle" idx="1"/>
          </p:nvPr>
        </p:nvSpPr>
        <p:spPr>
          <a:xfrm>
            <a:off x="942200" y="431022"/>
            <a:ext cx="7200000" cy="360000"/>
          </a:xfrm>
        </p:spPr>
        <p:txBody>
          <a:bodyPr/>
          <a:lstStyle/>
          <a:p>
            <a:r>
              <a:rPr lang="en-US" sz="2000" dirty="0">
                <a:solidFill>
                  <a:srgbClr val="1B1B27"/>
                </a:solidFill>
                <a:latin typeface="Raleway" pitchFamily="34" charset="0"/>
                <a:ea typeface="Raleway" pitchFamily="34" charset="-122"/>
                <a:cs typeface="Raleway" pitchFamily="34" charset="-120"/>
              </a:rPr>
              <a:t>Presentation Script Highlights</a:t>
            </a:r>
            <a:endParaRPr lang="en-US" sz="2000" dirty="0"/>
          </a:p>
          <a:p>
            <a:endParaRPr lang="en-US" dirty="0"/>
          </a:p>
        </p:txBody>
      </p:sp>
      <p:sp>
        <p:nvSpPr>
          <p:cNvPr id="3" name="Footer Placeholder 2">
            <a:extLst>
              <a:ext uri="{FF2B5EF4-FFF2-40B4-BE49-F238E27FC236}">
                <a16:creationId xmlns:a16="http://schemas.microsoft.com/office/drawing/2014/main" id="{F00C2AC9-CAE1-99F5-CF27-3BDF244B30CC}"/>
              </a:ext>
            </a:extLst>
          </p:cNvPr>
          <p:cNvSpPr>
            <a:spLocks noGrp="1"/>
          </p:cNvSpPr>
          <p:nvPr>
            <p:ph type="ftr" sz="quarter" idx="11"/>
          </p:nvPr>
        </p:nvSpPr>
        <p:spPr/>
        <p:txBody>
          <a:bodyPr/>
          <a:lstStyle/>
          <a:p>
            <a:r>
              <a:rPr lang="en-GB" dirty="0"/>
              <a:t>.</a:t>
            </a:r>
          </a:p>
        </p:txBody>
      </p:sp>
      <p:sp>
        <p:nvSpPr>
          <p:cNvPr id="6" name="TextBox 5">
            <a:extLst>
              <a:ext uri="{FF2B5EF4-FFF2-40B4-BE49-F238E27FC236}">
                <a16:creationId xmlns:a16="http://schemas.microsoft.com/office/drawing/2014/main" id="{A4122E6A-8A31-D010-3A47-D664F6271070}"/>
              </a:ext>
            </a:extLst>
          </p:cNvPr>
          <p:cNvSpPr txBox="1"/>
          <p:nvPr/>
        </p:nvSpPr>
        <p:spPr>
          <a:xfrm>
            <a:off x="942200" y="1183172"/>
            <a:ext cx="3048887" cy="1754326"/>
          </a:xfrm>
          <a:prstGeom prst="rect">
            <a:avLst/>
          </a:prstGeom>
          <a:noFill/>
        </p:spPr>
        <p:txBody>
          <a:bodyPr wrap="square" rtlCol="0">
            <a:spAutoFit/>
          </a:bodyPr>
          <a:lstStyle/>
          <a:p>
            <a:r>
              <a:rPr lang="en-US" sz="2000" b="1" u="sng" dirty="0"/>
              <a:t>Introduction</a:t>
            </a:r>
          </a:p>
          <a:p>
            <a:endParaRPr lang="en-US" sz="1600" b="1" dirty="0"/>
          </a:p>
          <a:p>
            <a:r>
              <a:rPr lang="en-US" dirty="0"/>
              <a:t>A short background of our group and the data we are studying in the context of our research project.</a:t>
            </a:r>
          </a:p>
        </p:txBody>
      </p:sp>
      <p:sp>
        <p:nvSpPr>
          <p:cNvPr id="7" name="TextBox 6">
            <a:extLst>
              <a:ext uri="{FF2B5EF4-FFF2-40B4-BE49-F238E27FC236}">
                <a16:creationId xmlns:a16="http://schemas.microsoft.com/office/drawing/2014/main" id="{31E1C7B2-ABA6-2491-839E-3FF39F6154AA}"/>
              </a:ext>
            </a:extLst>
          </p:cNvPr>
          <p:cNvSpPr txBox="1"/>
          <p:nvPr/>
        </p:nvSpPr>
        <p:spPr>
          <a:xfrm>
            <a:off x="4173966" y="1183003"/>
            <a:ext cx="3578710" cy="1754326"/>
          </a:xfrm>
          <a:prstGeom prst="rect">
            <a:avLst/>
          </a:prstGeom>
          <a:noFill/>
        </p:spPr>
        <p:txBody>
          <a:bodyPr wrap="square" rtlCol="0">
            <a:spAutoFit/>
          </a:bodyPr>
          <a:lstStyle/>
          <a:p>
            <a:r>
              <a:rPr lang="en-US" sz="2000" b="1" u="sng" dirty="0"/>
              <a:t>Dataset Overview</a:t>
            </a:r>
          </a:p>
          <a:p>
            <a:endParaRPr lang="en-US" sz="1600" dirty="0"/>
          </a:p>
          <a:p>
            <a:r>
              <a:rPr lang="en-US" dirty="0"/>
              <a:t>A description of the fitness_class_2212 data, where it is described in terms of content and structure</a:t>
            </a:r>
          </a:p>
        </p:txBody>
      </p:sp>
      <p:sp>
        <p:nvSpPr>
          <p:cNvPr id="8" name="TextBox 7">
            <a:extLst>
              <a:ext uri="{FF2B5EF4-FFF2-40B4-BE49-F238E27FC236}">
                <a16:creationId xmlns:a16="http://schemas.microsoft.com/office/drawing/2014/main" id="{2E79DBF2-2D0B-5DB0-10E8-8A8DD82286DC}"/>
              </a:ext>
            </a:extLst>
          </p:cNvPr>
          <p:cNvSpPr txBox="1"/>
          <p:nvPr/>
        </p:nvSpPr>
        <p:spPr>
          <a:xfrm>
            <a:off x="8200914" y="1183003"/>
            <a:ext cx="3578710" cy="1754326"/>
          </a:xfrm>
          <a:prstGeom prst="rect">
            <a:avLst/>
          </a:prstGeom>
          <a:noFill/>
        </p:spPr>
        <p:txBody>
          <a:bodyPr wrap="square" rtlCol="0">
            <a:spAutoFit/>
          </a:bodyPr>
          <a:lstStyle/>
          <a:p>
            <a:r>
              <a:rPr lang="en-US" sz="2000" b="1" u="sng" dirty="0"/>
              <a:t>Variable Selection</a:t>
            </a:r>
          </a:p>
          <a:p>
            <a:endParaRPr lang="en-US" sz="1600" dirty="0"/>
          </a:p>
          <a:p>
            <a:r>
              <a:rPr lang="en-GB" dirty="0"/>
              <a:t>Reasons why we have selected our Class Type (independent) and Attendance (dependent) variables, and their datatypes.</a:t>
            </a:r>
          </a:p>
        </p:txBody>
      </p:sp>
      <p:sp>
        <p:nvSpPr>
          <p:cNvPr id="9" name="TextBox 8">
            <a:extLst>
              <a:ext uri="{FF2B5EF4-FFF2-40B4-BE49-F238E27FC236}">
                <a16:creationId xmlns:a16="http://schemas.microsoft.com/office/drawing/2014/main" id="{32B0013F-2781-6F76-833A-4273963C6FE0}"/>
              </a:ext>
            </a:extLst>
          </p:cNvPr>
          <p:cNvSpPr txBox="1"/>
          <p:nvPr/>
        </p:nvSpPr>
        <p:spPr>
          <a:xfrm>
            <a:off x="965289" y="3429000"/>
            <a:ext cx="4176866" cy="2031325"/>
          </a:xfrm>
          <a:prstGeom prst="rect">
            <a:avLst/>
          </a:prstGeom>
          <a:noFill/>
        </p:spPr>
        <p:txBody>
          <a:bodyPr wrap="square" rtlCol="0">
            <a:spAutoFit/>
          </a:bodyPr>
          <a:lstStyle/>
          <a:p>
            <a:r>
              <a:rPr lang="en-US" sz="2000" b="1" u="sng" dirty="0"/>
              <a:t>Research Question</a:t>
            </a:r>
          </a:p>
          <a:p>
            <a:endParaRPr lang="en-US" sz="1600" dirty="0"/>
          </a:p>
          <a:p>
            <a:r>
              <a:rPr lang="en-GB" dirty="0"/>
              <a:t>Our specific research question stated clearly and explained in a manner that would test the differences in proportions between HIIT and Strength class attendance.</a:t>
            </a:r>
            <a:endParaRPr lang="en-US" dirty="0"/>
          </a:p>
        </p:txBody>
      </p:sp>
      <p:sp>
        <p:nvSpPr>
          <p:cNvPr id="10" name="TextBox 9">
            <a:extLst>
              <a:ext uri="{FF2B5EF4-FFF2-40B4-BE49-F238E27FC236}">
                <a16:creationId xmlns:a16="http://schemas.microsoft.com/office/drawing/2014/main" id="{EEF61F62-AFC1-519D-CEA2-0C81DA703378}"/>
              </a:ext>
            </a:extLst>
          </p:cNvPr>
          <p:cNvSpPr txBox="1"/>
          <p:nvPr/>
        </p:nvSpPr>
        <p:spPr>
          <a:xfrm>
            <a:off x="6537407" y="3499395"/>
            <a:ext cx="4689304" cy="1754326"/>
          </a:xfrm>
          <a:prstGeom prst="rect">
            <a:avLst/>
          </a:prstGeom>
          <a:noFill/>
        </p:spPr>
        <p:txBody>
          <a:bodyPr wrap="square" rtlCol="0">
            <a:spAutoFit/>
          </a:bodyPr>
          <a:lstStyle/>
          <a:p>
            <a:r>
              <a:rPr lang="en-US" sz="2000" b="1" u="sng" dirty="0"/>
              <a:t>Hypotheses</a:t>
            </a:r>
          </a:p>
          <a:p>
            <a:endParaRPr lang="en-US" sz="1600" dirty="0"/>
          </a:p>
          <a:p>
            <a:r>
              <a:rPr lang="en-GB" dirty="0"/>
              <a:t>Both the null (H₀) and alternative (H₁) hypotheses related to the differences in attendance proportions between HIIT and Strength classes are presented.</a:t>
            </a:r>
          </a:p>
        </p:txBody>
      </p:sp>
    </p:spTree>
    <p:extLst>
      <p:ext uri="{BB962C8B-B14F-4D97-AF65-F5344CB8AC3E}">
        <p14:creationId xmlns:p14="http://schemas.microsoft.com/office/powerpoint/2010/main" val="156919104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81B2D2F8-0BA9-A0FF-ABFC-1A2685298448}"/>
              </a:ext>
            </a:extLst>
          </p:cNvPr>
          <p:cNvSpPr>
            <a:spLocks noGrp="1"/>
          </p:cNvSpPr>
          <p:nvPr>
            <p:ph type="subTitle" idx="1"/>
          </p:nvPr>
        </p:nvSpPr>
        <p:spPr>
          <a:xfrm>
            <a:off x="844516" y="791022"/>
            <a:ext cx="10259723" cy="4599124"/>
          </a:xfrm>
        </p:spPr>
        <p:txBody>
          <a:bodyPr vert="horz" lIns="0" tIns="0" rIns="0" bIns="0" rtlCol="0" anchor="t">
            <a:noAutofit/>
          </a:bodyPr>
          <a:lstStyle/>
          <a:p>
            <a:pPr>
              <a:lnSpc>
                <a:spcPct val="100000"/>
              </a:lnSpc>
            </a:pPr>
            <a:r>
              <a:rPr lang="en-GB" sz="1800" dirty="0"/>
              <a:t>Why This Research Matters</a:t>
            </a:r>
          </a:p>
          <a:p>
            <a:pPr>
              <a:lnSpc>
                <a:spcPct val="100000"/>
              </a:lnSpc>
            </a:pPr>
            <a:r>
              <a:rPr lang="en-GB" sz="1800" b="0" dirty="0"/>
              <a:t>This study is not only examining differences in attendance proportions between HIIT and Strength classes from an academic perspective. It also has practical implications for several key stakeholders:</a:t>
            </a:r>
          </a:p>
          <a:p>
            <a:pPr>
              <a:lnSpc>
                <a:spcPct val="100000"/>
              </a:lnSpc>
            </a:pPr>
            <a:r>
              <a:rPr lang="en-GB" sz="1800" dirty="0"/>
              <a:t>Fitness Centres</a:t>
            </a:r>
          </a:p>
          <a:p>
            <a:pPr>
              <a:lnSpc>
                <a:spcPct val="100000"/>
              </a:lnSpc>
            </a:pPr>
            <a:r>
              <a:rPr lang="en-GB" sz="1800" b="0" dirty="0"/>
              <a:t>Understanding which class type attracts higher attendance can help fitness centres optimise class timetables, allocate instructors and resources more efficiently, and adjust programme offerings to improve member engagement and retention.</a:t>
            </a:r>
          </a:p>
          <a:p>
            <a:pPr>
              <a:lnSpc>
                <a:spcPct val="100000"/>
              </a:lnSpc>
            </a:pPr>
            <a:r>
              <a:rPr lang="en-GB" sz="1800" dirty="0"/>
              <a:t>Fitness Instructors</a:t>
            </a:r>
          </a:p>
          <a:p>
            <a:pPr>
              <a:lnSpc>
                <a:spcPct val="100000"/>
              </a:lnSpc>
            </a:pPr>
            <a:r>
              <a:rPr lang="en-GB" sz="1800" b="0" dirty="0"/>
              <a:t>Insights into class popularity allow instructors to tailor session planning, prepare for expected class sizes, and design class formats that better meet participant demand and preferences.</a:t>
            </a:r>
          </a:p>
          <a:p>
            <a:pPr>
              <a:lnSpc>
                <a:spcPct val="100000"/>
              </a:lnSpc>
            </a:pPr>
            <a:r>
              <a:rPr lang="en-GB" sz="1800" dirty="0"/>
              <a:t>Participants</a:t>
            </a:r>
          </a:p>
          <a:p>
            <a:pPr>
              <a:lnSpc>
                <a:spcPct val="100000"/>
              </a:lnSpc>
            </a:pPr>
            <a:r>
              <a:rPr lang="en-GB" sz="1800" b="0" dirty="0"/>
              <a:t>Knowledge of attendance trends enables participants to choose classes that suit their preferences—whether they prefer more crowded, high-energy sessions or smaller, more personalised environments.</a:t>
            </a:r>
          </a:p>
          <a:p>
            <a:endParaRPr lang="en-US" sz="1800" dirty="0">
              <a:cs typeface="Arial"/>
            </a:endParaRPr>
          </a:p>
        </p:txBody>
      </p:sp>
      <p:sp>
        <p:nvSpPr>
          <p:cNvPr id="3" name="Footer Placeholder 2">
            <a:extLst>
              <a:ext uri="{FF2B5EF4-FFF2-40B4-BE49-F238E27FC236}">
                <a16:creationId xmlns:a16="http://schemas.microsoft.com/office/drawing/2014/main" id="{4CBC9F6D-3A3A-E2A6-EDDE-A7034D26F49C}"/>
              </a:ext>
            </a:extLst>
          </p:cNvPr>
          <p:cNvSpPr>
            <a:spLocks noGrp="1"/>
          </p:cNvSpPr>
          <p:nvPr>
            <p:ph type="ftr" sz="quarter" idx="11"/>
          </p:nvPr>
        </p:nvSpPr>
        <p:spPr/>
        <p:txBody>
          <a:bodyPr/>
          <a:lstStyle/>
          <a:p>
            <a:r>
              <a:rPr lang="en-GB" dirty="0"/>
              <a:t>.</a:t>
            </a:r>
          </a:p>
        </p:txBody>
      </p:sp>
    </p:spTree>
    <p:extLst>
      <p:ext uri="{BB962C8B-B14F-4D97-AF65-F5344CB8AC3E}">
        <p14:creationId xmlns:p14="http://schemas.microsoft.com/office/powerpoint/2010/main" val="127390396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5338B4E1-FC7F-7A3B-7C6B-BC1D3364AE44}"/>
              </a:ext>
            </a:extLst>
          </p:cNvPr>
          <p:cNvSpPr>
            <a:spLocks noGrp="1"/>
          </p:cNvSpPr>
          <p:nvPr>
            <p:ph type="subTitle" idx="1"/>
          </p:nvPr>
        </p:nvSpPr>
        <p:spPr>
          <a:xfrm>
            <a:off x="966988" y="329727"/>
            <a:ext cx="10259723" cy="3654184"/>
          </a:xfrm>
        </p:spPr>
        <p:txBody>
          <a:bodyPr vert="horz" lIns="0" tIns="0" rIns="0" bIns="0" rtlCol="0" anchor="t">
            <a:noAutofit/>
          </a:bodyPr>
          <a:lstStyle/>
          <a:p>
            <a:pPr>
              <a:lnSpc>
                <a:spcPct val="100000"/>
              </a:lnSpc>
            </a:pPr>
            <a:r>
              <a:rPr lang="en-GB" sz="1800" dirty="0"/>
              <a:t>Anticipated Challenges &amp; Considerations</a:t>
            </a:r>
          </a:p>
          <a:p>
            <a:pPr>
              <a:lnSpc>
                <a:spcPct val="100000"/>
              </a:lnSpc>
            </a:pPr>
            <a:r>
              <a:rPr lang="en-GB" sz="1800" b="0" dirty="0"/>
              <a:t>Although our approach is well structured, we anticipate certain challenges and important considerations:</a:t>
            </a:r>
          </a:p>
          <a:p>
            <a:pPr>
              <a:lnSpc>
                <a:spcPct val="100000"/>
              </a:lnSpc>
            </a:pPr>
            <a:r>
              <a:rPr lang="en-GB" sz="1800" dirty="0"/>
              <a:t>Data Quality</a:t>
            </a:r>
          </a:p>
          <a:p>
            <a:pPr>
              <a:lnSpc>
                <a:spcPct val="100000"/>
              </a:lnSpc>
            </a:pPr>
            <a:r>
              <a:rPr lang="en-GB" sz="1800" b="0" dirty="0"/>
              <a:t>Ensuring that the attendance data is accurate and complete is essential. Records may contain missing entries, inconsistent class logs, or errors in how attendance was tracked, all of which could affect the accuracy of comparisons between HIIT and Strength classes.</a:t>
            </a:r>
          </a:p>
          <a:p>
            <a:pPr>
              <a:lnSpc>
                <a:spcPct val="100000"/>
              </a:lnSpc>
            </a:pPr>
            <a:r>
              <a:rPr lang="en-GB" sz="1800" dirty="0"/>
              <a:t>Confounding Factors</a:t>
            </a:r>
          </a:p>
          <a:p>
            <a:pPr>
              <a:lnSpc>
                <a:spcPct val="100000"/>
              </a:lnSpc>
            </a:pPr>
            <a:r>
              <a:rPr lang="en-GB" sz="1800" b="0" dirty="0"/>
              <a:t>Attendance may be influenced by factors not captured in the dataset, such as class timing, instructor popularity, class difficulty, participant schedules, or promotional events. These external influences cannot be fully controlled for in this analysis and may affect the observed differences in proportions.</a:t>
            </a:r>
          </a:p>
          <a:p>
            <a:pPr>
              <a:lnSpc>
                <a:spcPct val="100000"/>
              </a:lnSpc>
            </a:pPr>
            <a:r>
              <a:rPr lang="en-GB" sz="1800" dirty="0"/>
              <a:t>Generalisability</a:t>
            </a:r>
          </a:p>
          <a:p>
            <a:pPr>
              <a:lnSpc>
                <a:spcPct val="100000"/>
              </a:lnSpc>
            </a:pPr>
            <a:r>
              <a:rPr lang="en-GB" sz="1800" b="0" dirty="0"/>
              <a:t>Findings based on this specific dataset may not generalise to all fitness centres, class formats, or demographic groups. Attendance behaviour can vary widely depending on location, facility size, participant population, and the broader fitness culture.</a:t>
            </a:r>
          </a:p>
        </p:txBody>
      </p:sp>
      <p:sp>
        <p:nvSpPr>
          <p:cNvPr id="3" name="Footer Placeholder 2">
            <a:extLst>
              <a:ext uri="{FF2B5EF4-FFF2-40B4-BE49-F238E27FC236}">
                <a16:creationId xmlns:a16="http://schemas.microsoft.com/office/drawing/2014/main" id="{17CDE122-D8C6-EE52-4EC2-B3F88C4832A7}"/>
              </a:ext>
            </a:extLst>
          </p:cNvPr>
          <p:cNvSpPr>
            <a:spLocks noGrp="1"/>
          </p:cNvSpPr>
          <p:nvPr>
            <p:ph type="ftr" sz="quarter" idx="11"/>
          </p:nvPr>
        </p:nvSpPr>
        <p:spPr/>
        <p:txBody>
          <a:bodyPr/>
          <a:lstStyle/>
          <a:p>
            <a:r>
              <a:rPr lang="en-GB" dirty="0"/>
              <a:t>.</a:t>
            </a:r>
          </a:p>
        </p:txBody>
      </p:sp>
    </p:spTree>
    <p:extLst>
      <p:ext uri="{BB962C8B-B14F-4D97-AF65-F5344CB8AC3E}">
        <p14:creationId xmlns:p14="http://schemas.microsoft.com/office/powerpoint/2010/main" val="407194768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7A70AFC8-3F62-1807-02C5-4ED6EFB41B2D}"/>
              </a:ext>
            </a:extLst>
          </p:cNvPr>
          <p:cNvSpPr>
            <a:spLocks noGrp="1"/>
          </p:cNvSpPr>
          <p:nvPr>
            <p:ph type="subTitle" idx="1"/>
          </p:nvPr>
        </p:nvSpPr>
        <p:spPr>
          <a:xfrm>
            <a:off x="952800" y="529847"/>
            <a:ext cx="10259723" cy="4885107"/>
          </a:xfrm>
        </p:spPr>
        <p:txBody>
          <a:bodyPr vert="horz" lIns="0" tIns="0" rIns="0" bIns="0" rtlCol="0" anchor="t">
            <a:noAutofit/>
          </a:bodyPr>
          <a:lstStyle/>
          <a:p>
            <a:pPr>
              <a:lnSpc>
                <a:spcPct val="100000"/>
              </a:lnSpc>
            </a:pPr>
            <a:r>
              <a:rPr lang="en-GB" sz="1800" dirty="0"/>
              <a:t>Next Steps in Our Research Journey</a:t>
            </a:r>
          </a:p>
          <a:p>
            <a:pPr>
              <a:lnSpc>
                <a:spcPct val="100000"/>
              </a:lnSpc>
            </a:pPr>
            <a:r>
              <a:rPr lang="en-GB" sz="1800" b="0" dirty="0"/>
              <a:t>After formulating our research question and hypotheses, we will proceed with the following steps:</a:t>
            </a:r>
          </a:p>
          <a:p>
            <a:pPr>
              <a:lnSpc>
                <a:spcPct val="100000"/>
              </a:lnSpc>
            </a:pPr>
            <a:r>
              <a:rPr lang="en-GB" sz="1800" dirty="0"/>
              <a:t>Data Pre-Processing</a:t>
            </a:r>
          </a:p>
          <a:p>
            <a:pPr>
              <a:lnSpc>
                <a:spcPct val="100000"/>
              </a:lnSpc>
            </a:pPr>
            <a:r>
              <a:rPr lang="en-GB" sz="1800" b="0" dirty="0"/>
              <a:t>Preparing and cleaning the </a:t>
            </a:r>
            <a:r>
              <a:rPr lang="en-GB" sz="1800" b="0" i="1" dirty="0"/>
              <a:t>fitness-class-2212</a:t>
            </a:r>
            <a:r>
              <a:rPr lang="en-GB" sz="1800" b="0" dirty="0"/>
              <a:t> dataset to ensure accuracy in attendance records, addressing missing data, inconsistencies, and potential outliers.</a:t>
            </a:r>
          </a:p>
          <a:p>
            <a:pPr>
              <a:lnSpc>
                <a:spcPct val="100000"/>
              </a:lnSpc>
            </a:pPr>
            <a:r>
              <a:rPr lang="en-GB" sz="1800" dirty="0"/>
              <a:t>Statistical Analysis</a:t>
            </a:r>
          </a:p>
          <a:p>
            <a:pPr>
              <a:lnSpc>
                <a:spcPct val="100000"/>
              </a:lnSpc>
            </a:pPr>
            <a:r>
              <a:rPr lang="en-GB" sz="1800" b="0" dirty="0"/>
              <a:t>Applying the appropriate statistical test (e.g., two-proportion z-test or chi-square test) to determine whether there is a significant difference in attendance proportions between HIIT and Strength classes.</a:t>
            </a:r>
          </a:p>
          <a:p>
            <a:pPr>
              <a:lnSpc>
                <a:spcPct val="100000"/>
              </a:lnSpc>
            </a:pPr>
            <a:r>
              <a:rPr lang="en-GB" sz="1800" dirty="0"/>
              <a:t>Interpretation &amp; Reporting</a:t>
            </a:r>
          </a:p>
          <a:p>
            <a:pPr>
              <a:lnSpc>
                <a:spcPct val="100000"/>
              </a:lnSpc>
            </a:pPr>
            <a:r>
              <a:rPr lang="en-GB" sz="1800" b="0" dirty="0"/>
              <a:t>Drawing conclusions, interpreting the statistical results, and presenting a clear and comprehensive report of our findings in relation to our research question.</a:t>
            </a:r>
          </a:p>
        </p:txBody>
      </p:sp>
      <p:sp>
        <p:nvSpPr>
          <p:cNvPr id="4" name="Slide Number Placeholder 3">
            <a:extLst>
              <a:ext uri="{FF2B5EF4-FFF2-40B4-BE49-F238E27FC236}">
                <a16:creationId xmlns:a16="http://schemas.microsoft.com/office/drawing/2014/main" id="{8BFF36CC-7CA3-EE82-223E-805EB27299DC}"/>
              </a:ext>
            </a:extLst>
          </p:cNvPr>
          <p:cNvSpPr>
            <a:spLocks noGrp="1"/>
          </p:cNvSpPr>
          <p:nvPr>
            <p:ph type="sldNum" sz="quarter" idx="12"/>
          </p:nvPr>
        </p:nvSpPr>
        <p:spPr/>
        <p:txBody>
          <a:bodyPr/>
          <a:lstStyle/>
          <a:p>
            <a:fld id="{E4D355CA-84B7-41B1-B164-8BB439CC7C6B}" type="slidenum">
              <a:rPr lang="en-GB" smtClean="0"/>
              <a:pPr/>
              <a:t>9</a:t>
            </a:fld>
            <a:endParaRPr lang="en-GB"/>
          </a:p>
        </p:txBody>
      </p:sp>
    </p:spTree>
    <p:extLst>
      <p:ext uri="{BB962C8B-B14F-4D97-AF65-F5344CB8AC3E}">
        <p14:creationId xmlns:p14="http://schemas.microsoft.com/office/powerpoint/2010/main" val="266329067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D14DF19F-D2CC-F5D8-4D01-C36B42781BCE}"/>
              </a:ext>
            </a:extLst>
          </p:cNvPr>
          <p:cNvSpPr>
            <a:spLocks noGrp="1"/>
          </p:cNvSpPr>
          <p:nvPr>
            <p:ph type="subTitle" idx="1"/>
          </p:nvPr>
        </p:nvSpPr>
        <p:spPr>
          <a:xfrm>
            <a:off x="836632" y="791022"/>
            <a:ext cx="10107323" cy="3220430"/>
          </a:xfrm>
        </p:spPr>
        <p:txBody>
          <a:bodyPr vert="horz" lIns="0" tIns="0" rIns="0" bIns="0" rtlCol="0" anchor="t">
            <a:noAutofit/>
          </a:bodyPr>
          <a:lstStyle/>
          <a:p>
            <a:r>
              <a:rPr lang="en-US" dirty="0">
                <a:cs typeface="Arial"/>
              </a:rPr>
              <a:t>Thank You</a:t>
            </a:r>
          </a:p>
          <a:p>
            <a:endParaRPr lang="en-US" dirty="0">
              <a:cs typeface="Arial"/>
            </a:endParaRPr>
          </a:p>
          <a:p>
            <a:r>
              <a:rPr lang="en-US" sz="1800" b="0" dirty="0">
                <a:latin typeface="Arial" panose="020B0604020202020204"/>
                <a:cs typeface="Arial"/>
              </a:rPr>
              <a:t>Questions &amp; Discussion</a:t>
            </a:r>
          </a:p>
          <a:p>
            <a:r>
              <a:rPr lang="en-US" sz="1800" b="0" dirty="0">
                <a:latin typeface="Arial" panose="020B0604020202020204"/>
                <a:cs typeface="Arial"/>
              </a:rPr>
              <a:t>We appreciate your time and attention. we are now open to any questions or discussion you may have regarding our research question, dataset, or proposed methodology.</a:t>
            </a:r>
          </a:p>
          <a:p>
            <a:endParaRPr lang="en-US" sz="1800" dirty="0">
              <a:cs typeface="Arial"/>
            </a:endParaRPr>
          </a:p>
          <a:p>
            <a:endParaRPr lang="en-US" dirty="0">
              <a:cs typeface="Arial"/>
            </a:endParaRPr>
          </a:p>
        </p:txBody>
      </p:sp>
      <p:sp>
        <p:nvSpPr>
          <p:cNvPr id="3" name="Footer Placeholder 2">
            <a:extLst>
              <a:ext uri="{FF2B5EF4-FFF2-40B4-BE49-F238E27FC236}">
                <a16:creationId xmlns:a16="http://schemas.microsoft.com/office/drawing/2014/main" id="{7D5BD1B7-13D1-2E79-6D0C-E8219C11537C}"/>
              </a:ext>
            </a:extLst>
          </p:cNvPr>
          <p:cNvSpPr>
            <a:spLocks noGrp="1"/>
          </p:cNvSpPr>
          <p:nvPr>
            <p:ph type="ftr" sz="quarter" idx="11"/>
          </p:nvPr>
        </p:nvSpPr>
        <p:spPr/>
        <p:txBody>
          <a:bodyPr/>
          <a:lstStyle/>
          <a:p>
            <a:r>
              <a:rPr lang="en-GB" dirty="0"/>
              <a:t>.</a:t>
            </a:r>
          </a:p>
        </p:txBody>
      </p:sp>
    </p:spTree>
    <p:extLst>
      <p:ext uri="{BB962C8B-B14F-4D97-AF65-F5344CB8AC3E}">
        <p14:creationId xmlns:p14="http://schemas.microsoft.com/office/powerpoint/2010/main" val="1262035115"/>
      </p:ext>
    </p:extLst>
  </p:cSld>
  <p:clrMapOvr>
    <a:masterClrMapping/>
  </p:clrMapOvr>
</p:sld>
</file>

<file path=ppt/theme/theme1.xml><?xml version="1.0" encoding="utf-8"?>
<a:theme xmlns:a="http://schemas.openxmlformats.org/drawingml/2006/main" name="Herts Theme">
  <a:themeElements>
    <a:clrScheme name="Custom 2">
      <a:dk1>
        <a:srgbClr val="203232"/>
      </a:dk1>
      <a:lt1>
        <a:srgbClr val="FFFFFF"/>
      </a:lt1>
      <a:dk2>
        <a:srgbClr val="203232"/>
      </a:dk2>
      <a:lt2>
        <a:srgbClr val="FFFFFF"/>
      </a:lt2>
      <a:accent1>
        <a:srgbClr val="9C5FB5"/>
      </a:accent1>
      <a:accent2>
        <a:srgbClr val="00B9E4"/>
      </a:accent2>
      <a:accent3>
        <a:srgbClr val="F53F5B"/>
      </a:accent3>
      <a:accent4>
        <a:srgbClr val="0073CF"/>
      </a:accent4>
      <a:accent5>
        <a:srgbClr val="45B382"/>
      </a:accent5>
      <a:accent6>
        <a:srgbClr val="FFCF20"/>
      </a:accent6>
      <a:hlink>
        <a:srgbClr val="0073CF"/>
      </a:hlink>
      <a:folHlink>
        <a:srgbClr val="9C5FB5"/>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26DBA85F447B164191BB36C258697B67" ma:contentTypeVersion="14" ma:contentTypeDescription="Create a new document." ma:contentTypeScope="" ma:versionID="ea511d05ca7f895fe9556935b5c9af34">
  <xsd:schema xmlns:xsd="http://www.w3.org/2001/XMLSchema" xmlns:xs="http://www.w3.org/2001/XMLSchema" xmlns:p="http://schemas.microsoft.com/office/2006/metadata/properties" xmlns:ns2="4ad138b4-2b68-4b70-945d-07f8f18b1c9a" xmlns:ns3="3c474641-ec36-472f-b125-6b1b0910eaa4" targetNamespace="http://schemas.microsoft.com/office/2006/metadata/properties" ma:root="true" ma:fieldsID="662270106d7a7e100bcac2c5f8d29899" ns2:_="" ns3:_="">
    <xsd:import namespace="4ad138b4-2b68-4b70-945d-07f8f18b1c9a"/>
    <xsd:import namespace="3c474641-ec36-472f-b125-6b1b0910eaa4"/>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Information" minOccurs="0"/>
                <xsd:element ref="ns2:MediaServiceAutoKeyPoints" minOccurs="0"/>
                <xsd:element ref="ns2:MediaServiceKeyPoints" minOccurs="0"/>
                <xsd:element ref="ns2:MediaServiceDateTaken" minOccurs="0"/>
                <xsd:element ref="ns2:MediaServiceAutoTags" minOccurs="0"/>
                <xsd:element ref="ns2:MediaServiceGenerationTime" minOccurs="0"/>
                <xsd:element ref="ns2:MediaServiceEventHashCode" minOccurs="0"/>
                <xsd:element ref="ns2:MediaServiceOCR"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ad138b4-2b68-4b70-945d-07f8f18b1c9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Information" ma:index="12" nillable="true" ma:displayName="Information" ma:format="Dropdown" ma:internalName="Information">
      <xsd:simpleType>
        <xsd:restriction base="dms:Text">
          <xsd:maxLength value="255"/>
        </xsd:restriction>
      </xsd:simpleType>
    </xsd:element>
    <xsd:element name="MediaServiceAutoKeyPoints" ma:index="13" nillable="true" ma:displayName="MediaServiceAutoKeyPoints" ma:hidden="true" ma:internalName="MediaServiceAutoKeyPoints" ma:readOnly="true">
      <xsd:simpleType>
        <xsd:restriction base="dms:Note"/>
      </xsd:simpleType>
    </xsd:element>
    <xsd:element name="MediaServiceKeyPoints" ma:index="14" nillable="true" ma:displayName="KeyPoints" ma:internalName="MediaServiceKeyPoints" ma:readOnly="true">
      <xsd:simpleType>
        <xsd:restriction base="dms:Note">
          <xsd:maxLength value="255"/>
        </xsd:restriction>
      </xsd:simpleType>
    </xsd:element>
    <xsd:element name="MediaServiceDateTaken" ma:index="15" nillable="true" ma:displayName="MediaServiceDateTaken" ma:hidden="true" ma:internalName="MediaServiceDateTaken" ma:readOnly="true">
      <xsd:simpleType>
        <xsd:restriction base="dms:Text"/>
      </xsd:simpleType>
    </xsd:element>
    <xsd:element name="MediaServiceAutoTags" ma:index="16" nillable="true" ma:displayName="Tags" ma:internalName="MediaServiceAutoTags" ma:readOnly="true">
      <xsd:simpleType>
        <xsd:restriction base="dms:Text"/>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ServiceOCR" ma:index="19" nillable="true" ma:displayName="Extracted Text" ma:internalName="MediaServiceOCR" ma:readOnly="true">
      <xsd:simpleType>
        <xsd:restriction base="dms:Note">
          <xsd:maxLength value="255"/>
        </xsd:restriction>
      </xsd:simpleType>
    </xsd:element>
    <xsd:element name="MediaServiceLocation" ma:index="20" nillable="true" ma:displayName="Location"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3c474641-ec36-472f-b125-6b1b0910eaa4"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Information xmlns="4ad138b4-2b68-4b70-945d-07f8f18b1c9a" xsi:nil="true"/>
  </documentManagement>
</p:properties>
</file>

<file path=customXml/itemProps1.xml><?xml version="1.0" encoding="utf-8"?>
<ds:datastoreItem xmlns:ds="http://schemas.openxmlformats.org/officeDocument/2006/customXml" ds:itemID="{421B8C57-903D-4D0E-8336-7B512F760CD1}">
  <ds:schemaRefs>
    <ds:schemaRef ds:uri="3c474641-ec36-472f-b125-6b1b0910eaa4"/>
    <ds:schemaRef ds:uri="4ad138b4-2b68-4b70-945d-07f8f18b1c9a"/>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91C521DD-2673-4EE6-BB9B-DC5C3320FFBB}">
  <ds:schemaRefs>
    <ds:schemaRef ds:uri="http://schemas.microsoft.com/sharepoint/v3/contenttype/forms"/>
  </ds:schemaRefs>
</ds:datastoreItem>
</file>

<file path=customXml/itemProps3.xml><?xml version="1.0" encoding="utf-8"?>
<ds:datastoreItem xmlns:ds="http://schemas.openxmlformats.org/officeDocument/2006/customXml" ds:itemID="{EDD1FC41-23C7-41B0-B5F9-BF4CD38AD2ED}">
  <ds:schemaRefs>
    <ds:schemaRef ds:uri="3c474641-ec36-472f-b125-6b1b0910eaa4"/>
    <ds:schemaRef ds:uri="4ad138b4-2b68-4b70-945d-07f8f18b1c9a"/>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docMetadata/LabelInfo.xml><?xml version="1.0" encoding="utf-8"?>
<clbl:labelList xmlns:clbl="http://schemas.microsoft.com/office/2020/mipLabelMetadata">
  <clbl:label id="{93e6beba-c4aa-4731-af5d-d735b097eadb}" enabled="0" method="" siteId="{93e6beba-c4aa-4731-af5d-d735b097eadb}" removed="1"/>
</clbl:labelList>
</file>

<file path=docProps/app.xml><?xml version="1.0" encoding="utf-8"?>
<Properties xmlns="http://schemas.openxmlformats.org/officeDocument/2006/extended-properties" xmlns:vt="http://schemas.openxmlformats.org/officeDocument/2006/docPropsVTypes">
  <TotalTime>127</TotalTime>
  <Words>1179</Words>
  <Application>Microsoft Macintosh PowerPoint</Application>
  <PresentationFormat>Widescreen</PresentationFormat>
  <Paragraphs>143</Paragraphs>
  <Slides>10</Slides>
  <Notes>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Calibri</vt:lpstr>
      <vt:lpstr>Raleway</vt:lpstr>
      <vt:lpstr>Herts Theme</vt:lpstr>
      <vt:lpstr>Research Question –  Tutorial Presentation for Feedback Date:  </vt:lpstr>
      <vt:lpstr>Dataset ID: fitness_class_2212 Sample Data: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Joanne Harwood</dc:creator>
  <cp:lastModifiedBy>Viswas Chowdary Kovi [Student-PECS]</cp:lastModifiedBy>
  <cp:revision>608</cp:revision>
  <dcterms:created xsi:type="dcterms:W3CDTF">2019-10-01T08:37:56Z</dcterms:created>
  <dcterms:modified xsi:type="dcterms:W3CDTF">2025-12-08T20:05:02Z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0x01010026DBA85F447B164191BB36C258697B67</vt:lpwstr>
  </property>
</Properties>
</file>